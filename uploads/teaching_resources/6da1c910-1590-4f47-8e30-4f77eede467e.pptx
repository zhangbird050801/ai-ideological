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5"/>
  </p:notesMasterIdLst>
  <p:handoutMasterIdLst>
    <p:handoutMasterId r:id="rId30"/>
  </p:handoutMasterIdLst>
  <p:sldIdLst>
    <p:sldId id="258" r:id="rId4"/>
    <p:sldId id="317" r:id="rId6"/>
    <p:sldId id="475" r:id="rId7"/>
    <p:sldId id="426" r:id="rId8"/>
    <p:sldId id="427" r:id="rId9"/>
    <p:sldId id="428" r:id="rId10"/>
    <p:sldId id="477" r:id="rId11"/>
    <p:sldId id="432" r:id="rId12"/>
    <p:sldId id="433" r:id="rId13"/>
    <p:sldId id="478" r:id="rId14"/>
    <p:sldId id="436" r:id="rId15"/>
    <p:sldId id="476" r:id="rId16"/>
    <p:sldId id="438" r:id="rId17"/>
    <p:sldId id="439" r:id="rId18"/>
    <p:sldId id="440" r:id="rId19"/>
    <p:sldId id="441" r:id="rId20"/>
    <p:sldId id="442" r:id="rId21"/>
    <p:sldId id="443" r:id="rId22"/>
    <p:sldId id="444" r:id="rId23"/>
    <p:sldId id="445" r:id="rId24"/>
    <p:sldId id="446" r:id="rId25"/>
    <p:sldId id="447" r:id="rId26"/>
    <p:sldId id="448" r:id="rId27"/>
    <p:sldId id="449" r:id="rId28"/>
    <p:sldId id="497" r:id="rId29"/>
  </p:sldIdLst>
  <p:sldSz cx="9144000" cy="6858000" type="screen4x3"/>
  <p:notesSz cx="6858000" cy="9144000"/>
  <p:custDataLst>
    <p:tags r:id="rId34"/>
  </p:custDataLst>
  <p:defaultTextStyle>
    <a:defPPr>
      <a:defRPr lang="zh-CN"/>
    </a:defPPr>
    <a:lvl1pPr marL="0" lvl="0"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00EA"/>
    <a:srgbClr val="8F8F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6294"/>
  </p:normalViewPr>
  <p:slideViewPr>
    <p:cSldViewPr showGuides="1">
      <p:cViewPr varScale="1">
        <p:scale>
          <a:sx n="45" d="100"/>
          <a:sy n="45" d="100"/>
        </p:scale>
        <p:origin x="-1268" y="-68"/>
      </p:cViewPr>
      <p:guideLst>
        <p:guide orient="horz" pos="2160"/>
        <p:guide pos="285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tags" Target="tags/tag13.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94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5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868"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946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6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6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7891" name="Rectangle 2"/>
          <p:cNvSpPr>
            <a:spLocks noRot="1" noTextEdit="1"/>
          </p:cNvSpPr>
          <p:nvPr>
            <p:ph type="sldImg"/>
          </p:nvPr>
        </p:nvSpPr>
        <p:spPr/>
      </p:sp>
      <p:sp>
        <p:nvSpPr>
          <p:cNvPr id="378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8915" name="Rectangle 2"/>
          <p:cNvSpPr>
            <a:spLocks noRot="1" noTextEdit="1"/>
          </p:cNvSpPr>
          <p:nvPr>
            <p:ph type="sldImg"/>
          </p:nvPr>
        </p:nvSpPr>
        <p:spPr/>
      </p:sp>
      <p:sp>
        <p:nvSpPr>
          <p:cNvPr id="389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8915" name="Rectangle 2"/>
          <p:cNvSpPr>
            <a:spLocks noRot="1" noTextEdit="1"/>
          </p:cNvSpPr>
          <p:nvPr>
            <p:ph type="sldImg"/>
          </p:nvPr>
        </p:nvSpPr>
        <p:spPr/>
      </p:sp>
      <p:sp>
        <p:nvSpPr>
          <p:cNvPr id="389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0963" name="Rectangle 2"/>
          <p:cNvSpPr>
            <a:spLocks noRot="1" noTextEdit="1"/>
          </p:cNvSpPr>
          <p:nvPr>
            <p:ph type="sldImg"/>
          </p:nvPr>
        </p:nvSpPr>
        <p:spPr/>
      </p:sp>
      <p:sp>
        <p:nvSpPr>
          <p:cNvPr id="40964"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1987" name="Rectangle 2"/>
          <p:cNvSpPr>
            <a:spLocks noRot="1" noTextEdit="1"/>
          </p:cNvSpPr>
          <p:nvPr>
            <p:ph type="sldImg"/>
          </p:nvPr>
        </p:nvSpPr>
        <p:spPr/>
      </p:sp>
      <p:sp>
        <p:nvSpPr>
          <p:cNvPr id="41988"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3011" name="Rectangle 2"/>
          <p:cNvSpPr>
            <a:spLocks noRot="1" noTextEdit="1"/>
          </p:cNvSpPr>
          <p:nvPr>
            <p:ph type="sldImg"/>
          </p:nvPr>
        </p:nvSpPr>
        <p:spPr/>
      </p:sp>
      <p:sp>
        <p:nvSpPr>
          <p:cNvPr id="43012"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8915" name="Rectangle 2"/>
          <p:cNvSpPr>
            <a:spLocks noRot="1" noTextEdit="1"/>
          </p:cNvSpPr>
          <p:nvPr>
            <p:ph type="sldImg"/>
          </p:nvPr>
        </p:nvSpPr>
        <p:spPr/>
      </p:sp>
      <p:sp>
        <p:nvSpPr>
          <p:cNvPr id="389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7107" name="Rectangle 2"/>
          <p:cNvSpPr>
            <a:spLocks noRot="1" noTextEdit="1"/>
          </p:cNvSpPr>
          <p:nvPr>
            <p:ph type="sldImg"/>
          </p:nvPr>
        </p:nvSpPr>
        <p:spPr/>
      </p:sp>
      <p:sp>
        <p:nvSpPr>
          <p:cNvPr id="47108"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8131" name="Rectangle 2"/>
          <p:cNvSpPr>
            <a:spLocks noRot="1" noTextEdit="1"/>
          </p:cNvSpPr>
          <p:nvPr>
            <p:ph type="sldImg"/>
          </p:nvPr>
        </p:nvSpPr>
        <p:spPr/>
      </p:sp>
      <p:sp>
        <p:nvSpPr>
          <p:cNvPr id="48132"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9155" name="Rectangle 2"/>
          <p:cNvSpPr>
            <a:spLocks noRot="1" noTextEdit="1"/>
          </p:cNvSpPr>
          <p:nvPr>
            <p:ph type="sldImg"/>
          </p:nvPr>
        </p:nvSpPr>
        <p:spPr/>
      </p:sp>
      <p:sp>
        <p:nvSpPr>
          <p:cNvPr id="49156"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51203" name="Rectangle 2"/>
          <p:cNvSpPr>
            <a:spLocks noRot="1" noTextEdit="1"/>
          </p:cNvSpPr>
          <p:nvPr>
            <p:ph type="sldImg"/>
          </p:nvPr>
        </p:nvSpPr>
        <p:spPr/>
      </p:sp>
      <p:sp>
        <p:nvSpPr>
          <p:cNvPr id="51204"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8915" name="Rectangle 2"/>
          <p:cNvSpPr>
            <a:spLocks noRot="1" noTextEdit="1"/>
          </p:cNvSpPr>
          <p:nvPr>
            <p:ph type="sldImg"/>
          </p:nvPr>
        </p:nvSpPr>
        <p:spPr/>
      </p:sp>
      <p:sp>
        <p:nvSpPr>
          <p:cNvPr id="389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53251" name="Rectangle 2"/>
          <p:cNvSpPr>
            <a:spLocks noRot="1" noTextEdit="1"/>
          </p:cNvSpPr>
          <p:nvPr>
            <p:ph type="sldImg"/>
          </p:nvPr>
        </p:nvSpPr>
        <p:spPr/>
      </p:sp>
      <p:sp>
        <p:nvSpPr>
          <p:cNvPr id="53252"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54275" name="Rectangle 2"/>
          <p:cNvSpPr>
            <a:spLocks noRot="1" noTextEdit="1"/>
          </p:cNvSpPr>
          <p:nvPr>
            <p:ph type="sldImg"/>
          </p:nvPr>
        </p:nvSpPr>
        <p:spPr/>
      </p:sp>
      <p:sp>
        <p:nvSpPr>
          <p:cNvPr id="54276"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55299" name="Rectangle 2"/>
          <p:cNvSpPr>
            <a:spLocks noRot="1" noTextEdit="1"/>
          </p:cNvSpPr>
          <p:nvPr>
            <p:ph type="sldImg"/>
          </p:nvPr>
        </p:nvSpPr>
        <p:spPr/>
      </p:sp>
      <p:sp>
        <p:nvSpPr>
          <p:cNvPr id="55300"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56323" name="Rectangle 2"/>
          <p:cNvSpPr>
            <a:spLocks noRot="1" noTextEdit="1"/>
          </p:cNvSpPr>
          <p:nvPr>
            <p:ph type="sldImg"/>
          </p:nvPr>
        </p:nvSpPr>
        <p:spPr/>
      </p:sp>
      <p:sp>
        <p:nvSpPr>
          <p:cNvPr id="56324"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57347" name="Rectangle 2"/>
          <p:cNvSpPr>
            <a:spLocks noRot="1" noTextEdit="1"/>
          </p:cNvSpPr>
          <p:nvPr>
            <p:ph type="sldImg"/>
          </p:nvPr>
        </p:nvSpPr>
        <p:spPr/>
      </p:sp>
      <p:sp>
        <p:nvSpPr>
          <p:cNvPr id="57348"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58371" name="Rectangle 2"/>
          <p:cNvSpPr>
            <a:spLocks noRot="1" noTextEdit="1"/>
          </p:cNvSpPr>
          <p:nvPr>
            <p:ph type="sldImg"/>
          </p:nvPr>
        </p:nvSpPr>
        <p:spPr/>
      </p:sp>
      <p:sp>
        <p:nvSpPr>
          <p:cNvPr id="58372"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59395" name="Rectangle 2"/>
          <p:cNvSpPr>
            <a:spLocks noRot="1" noTextEdit="1"/>
          </p:cNvSpPr>
          <p:nvPr>
            <p:ph type="sldImg"/>
          </p:nvPr>
        </p:nvSpPr>
        <p:spPr/>
      </p:sp>
      <p:sp>
        <p:nvSpPr>
          <p:cNvPr id="59396"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60419" name="Rectangle 2"/>
          <p:cNvSpPr>
            <a:spLocks noRot="1" noTextEdit="1"/>
          </p:cNvSpPr>
          <p:nvPr>
            <p:ph type="sldImg"/>
          </p:nvPr>
        </p:nvSpPr>
        <p:spPr/>
      </p:sp>
      <p:sp>
        <p:nvSpPr>
          <p:cNvPr id="60420"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61443" name="Rectangle 2"/>
          <p:cNvSpPr>
            <a:spLocks noRot="1" noTextEdit="1"/>
          </p:cNvSpPr>
          <p:nvPr>
            <p:ph type="sldImg"/>
          </p:nvPr>
        </p:nvSpPr>
        <p:spPr/>
      </p:sp>
      <p:sp>
        <p:nvSpPr>
          <p:cNvPr id="61444"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62467" name="Rectangle 2"/>
          <p:cNvSpPr>
            <a:spLocks noRot="1" noTextEdit="1"/>
          </p:cNvSpPr>
          <p:nvPr>
            <p:ph type="sldImg"/>
          </p:nvPr>
        </p:nvSpPr>
        <p:spPr/>
      </p:sp>
      <p:sp>
        <p:nvSpPr>
          <p:cNvPr id="62468"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63491" name="Rectangle 2"/>
          <p:cNvSpPr>
            <a:spLocks noRot="1" noTextEdit="1"/>
          </p:cNvSpPr>
          <p:nvPr>
            <p:ph type="sldImg"/>
          </p:nvPr>
        </p:nvSpPr>
        <p:spPr/>
      </p:sp>
      <p:sp>
        <p:nvSpPr>
          <p:cNvPr id="63492"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64515" name="Rectangle 2"/>
          <p:cNvSpPr>
            <a:spLocks noRot="1" noTextEdit="1"/>
          </p:cNvSpPr>
          <p:nvPr>
            <p:ph type="sldImg"/>
          </p:nvPr>
        </p:nvSpPr>
        <p:spPr/>
      </p:sp>
      <p:sp>
        <p:nvSpPr>
          <p:cNvPr id="64516" name="Rectangle 3"/>
          <p:cNvSpPr>
            <a:spLocks noGrp="1"/>
          </p:cNvSpPr>
          <p:nvPr>
            <p:ph type="body" idx="1"/>
          </p:nvPr>
        </p:nvSpPr>
        <p:spPr>
          <a:xfrm>
            <a:off x="914400" y="4343400"/>
            <a:ext cx="5029200" cy="4114800"/>
          </a:xfrm>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8915" name="Rectangle 2"/>
          <p:cNvSpPr>
            <a:spLocks noRot="1" noTextEdit="1"/>
          </p:cNvSpPr>
          <p:nvPr>
            <p:ph type="sldImg"/>
          </p:nvPr>
        </p:nvSpPr>
        <p:spPr/>
      </p:sp>
      <p:sp>
        <p:nvSpPr>
          <p:cNvPr id="389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53" name="Freeform 2"/>
          <p:cNvSpPr/>
          <p:nvPr/>
        </p:nvSpPr>
        <p:spPr bwMode="blackWhite">
          <a:xfrm>
            <a:off x="20638" y="12700"/>
            <a:ext cx="8896350" cy="6780213"/>
          </a:xfrm>
          <a:custGeom>
            <a:avLst/>
            <a:gdLst/>
            <a:ahLst/>
            <a:cxnLst>
              <a:cxn ang="0">
                <a:pos x="2822" y="0"/>
              </a:cxn>
              <a:cxn ang="0">
                <a:pos x="0" y="975"/>
              </a:cxn>
              <a:cxn ang="0">
                <a:pos x="2169" y="3619"/>
              </a:cxn>
              <a:cxn ang="0">
                <a:pos x="3985" y="1125"/>
              </a:cxn>
              <a:cxn ang="0">
                <a:pos x="2822" y="0"/>
              </a:cxn>
              <a:cxn ang="0">
                <a:pos x="2822" y="0"/>
              </a:cxn>
            </a:cxnLst>
            <a:rect l="0" t="0" r="r" b="b"/>
            <a:pathLst>
              <a:path w="3985" h="3619">
                <a:moveTo>
                  <a:pt x="2822" y="0"/>
                </a:moveTo>
                <a:lnTo>
                  <a:pt x="0" y="975"/>
                </a:lnTo>
                <a:lnTo>
                  <a:pt x="2169" y="3619"/>
                </a:lnTo>
                <a:lnTo>
                  <a:pt x="3985" y="1125"/>
                </a:lnTo>
                <a:lnTo>
                  <a:pt x="2822" y="0"/>
                </a:lnTo>
                <a:lnTo>
                  <a:pt x="2822" y="0"/>
                </a:lnTo>
                <a:close/>
              </a:path>
            </a:pathLst>
          </a:custGeom>
          <a:solidFill>
            <a:schemeClr val="accent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3075" name="Group 8"/>
          <p:cNvGrpSpPr/>
          <p:nvPr/>
        </p:nvGrpSpPr>
        <p:grpSpPr>
          <a:xfrm>
            <a:off x="195263" y="234950"/>
            <a:ext cx="3787775" cy="1778000"/>
            <a:chOff x="123" y="148"/>
            <a:chExt cx="2386" cy="1120"/>
          </a:xfrm>
        </p:grpSpPr>
        <p:sp>
          <p:nvSpPr>
            <p:cNvPr id="55" name="Freeform 9"/>
            <p:cNvSpPr/>
            <p:nvPr/>
          </p:nvSpPr>
          <p:spPr bwMode="auto">
            <a:xfrm>
              <a:off x="177" y="177"/>
              <a:ext cx="2250" cy="1017"/>
            </a:xfrm>
            <a:custGeom>
              <a:avLst/>
              <a:gdLst/>
              <a:ahLst/>
              <a:cxnLst>
                <a:cxn ang="0">
                  <a:pos x="794" y="395"/>
                </a:cxn>
                <a:cxn ang="0">
                  <a:pos x="710" y="318"/>
                </a:cxn>
                <a:cxn ang="0">
                  <a:pos x="556" y="210"/>
                </a:cxn>
                <a:cxn ang="0">
                  <a:pos x="71" y="0"/>
                </a:cxn>
                <a:cxn ang="0">
                  <a:pos x="23" y="20"/>
                </a:cxn>
                <a:cxn ang="0">
                  <a:pos x="0" y="83"/>
                </a:cxn>
                <a:cxn ang="0">
                  <a:pos x="28" y="155"/>
                </a:cxn>
                <a:cxn ang="0">
                  <a:pos x="570" y="409"/>
                </a:cxn>
                <a:cxn ang="0">
                  <a:pos x="689" y="393"/>
                </a:cxn>
                <a:cxn ang="0">
                  <a:pos x="785" y="414"/>
                </a:cxn>
                <a:cxn ang="0">
                  <a:pos x="794" y="395"/>
                </a:cxn>
                <a:cxn ang="0">
                  <a:pos x="794" y="395"/>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6" name="Freeform 10"/>
            <p:cNvSpPr/>
            <p:nvPr/>
          </p:nvSpPr>
          <p:spPr bwMode="auto">
            <a:xfrm>
              <a:off x="166" y="261"/>
              <a:ext cx="2244" cy="1007"/>
            </a:xfrm>
            <a:custGeom>
              <a:avLst/>
              <a:gdLst/>
              <a:ahLst/>
              <a:cxnLst>
                <a:cxn ang="0">
                  <a:pos x="137" y="0"/>
                </a:cxn>
                <a:cxn ang="0">
                  <a:pos x="1331" y="519"/>
                </a:cxn>
                <a:cxn ang="0">
                  <a:pos x="1428" y="638"/>
                </a:cxn>
                <a:cxn ang="0">
                  <a:pos x="1586" y="792"/>
                </a:cxn>
                <a:cxn ang="0">
                  <a:pos x="1565" y="821"/>
                </a:cxn>
                <a:cxn ang="0">
                  <a:pos x="1350" y="787"/>
                </a:cxn>
                <a:cxn ang="0">
                  <a:pos x="1145" y="811"/>
                </a:cxn>
                <a:cxn ang="0">
                  <a:pos x="42" y="298"/>
                </a:cxn>
                <a:cxn ang="0">
                  <a:pos x="0" y="150"/>
                </a:cxn>
                <a:cxn ang="0">
                  <a:pos x="46" y="32"/>
                </a:cxn>
                <a:cxn ang="0">
                  <a:pos x="137" y="0"/>
                </a:cxn>
                <a:cxn ang="0">
                  <a:pos x="137" y="0"/>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7" name="Freeform 11"/>
            <p:cNvSpPr/>
            <p:nvPr/>
          </p:nvSpPr>
          <p:spPr bwMode="auto">
            <a:xfrm>
              <a:off x="474" y="344"/>
              <a:ext cx="1488" cy="919"/>
            </a:xfrm>
            <a:custGeom>
              <a:avLst/>
              <a:gdLst/>
              <a:ahLst/>
              <a:cxnLst>
                <a:cxn ang="0">
                  <a:pos x="0" y="325"/>
                </a:cxn>
                <a:cxn ang="0">
                  <a:pos x="922" y="747"/>
                </a:cxn>
                <a:cxn ang="0">
                  <a:pos x="939" y="534"/>
                </a:cxn>
                <a:cxn ang="0">
                  <a:pos x="1049" y="422"/>
                </a:cxn>
                <a:cxn ang="0">
                  <a:pos x="78" y="0"/>
                </a:cxn>
                <a:cxn ang="0">
                  <a:pos x="0" y="127"/>
                </a:cxn>
                <a:cxn ang="0">
                  <a:pos x="0" y="325"/>
                </a:cxn>
                <a:cxn ang="0">
                  <a:pos x="0" y="32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3096" name="Group 12"/>
            <p:cNvGrpSpPr/>
            <p:nvPr userDrawn="1"/>
          </p:nvGrpSpPr>
          <p:grpSpPr>
            <a:xfrm>
              <a:off x="123" y="148"/>
              <a:ext cx="2386" cy="1081"/>
              <a:chOff x="123" y="148"/>
              <a:chExt cx="2386" cy="1081"/>
            </a:xfrm>
          </p:grpSpPr>
          <p:sp>
            <p:nvSpPr>
              <p:cNvPr id="59" name="Freeform 13"/>
              <p:cNvSpPr/>
              <p:nvPr/>
            </p:nvSpPr>
            <p:spPr bwMode="auto">
              <a:xfrm>
                <a:off x="2005" y="934"/>
                <a:ext cx="212" cy="214"/>
              </a:xfrm>
              <a:custGeom>
                <a:avLst/>
                <a:gdLst/>
                <a:ahLst/>
                <a:cxnLst>
                  <a:cxn ang="0">
                    <a:pos x="110" y="0"/>
                  </a:cxn>
                  <a:cxn ang="0">
                    <a:pos x="40" y="66"/>
                  </a:cxn>
                  <a:cxn ang="0">
                    <a:pos x="0" y="173"/>
                  </a:cxn>
                  <a:cxn ang="0">
                    <a:pos x="80" y="160"/>
                  </a:cxn>
                  <a:cxn ang="0">
                    <a:pos x="103" y="84"/>
                  </a:cxn>
                  <a:cxn ang="0">
                    <a:pos x="150" y="27"/>
                  </a:cxn>
                  <a:cxn ang="0">
                    <a:pos x="110" y="0"/>
                  </a:cxn>
                  <a:cxn ang="0">
                    <a:pos x="110" y="0"/>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0" name="Freeform 14"/>
              <p:cNvSpPr/>
              <p:nvPr/>
            </p:nvSpPr>
            <p:spPr bwMode="auto">
              <a:xfrm>
                <a:off x="123" y="148"/>
                <a:ext cx="2386" cy="1081"/>
              </a:xfrm>
              <a:custGeom>
                <a:avLst/>
                <a:gdLst/>
                <a:ahLst/>
                <a:cxnLst>
                  <a:cxn ang="0">
                    <a:pos x="156" y="0"/>
                  </a:cxn>
                  <a:cxn ang="0">
                    <a:pos x="63" y="52"/>
                  </a:cxn>
                  <a:cxn ang="0">
                    <a:pos x="0" y="208"/>
                  </a:cxn>
                  <a:cxn ang="0">
                    <a:pos x="67" y="358"/>
                  </a:cxn>
                  <a:cxn ang="0">
                    <a:pos x="1182" y="867"/>
                  </a:cxn>
                  <a:cxn ang="0">
                    <a:pos x="1422" y="835"/>
                  </a:cxn>
                  <a:cxn ang="0">
                    <a:pos x="1616" y="880"/>
                  </a:cxn>
                  <a:cxn ang="0">
                    <a:pos x="1684" y="808"/>
                  </a:cxn>
                  <a:cxn ang="0">
                    <a:pos x="1502" y="664"/>
                  </a:cxn>
                  <a:cxn ang="0">
                    <a:pos x="1428" y="512"/>
                  </a:cxn>
                  <a:cxn ang="0">
                    <a:pos x="1369" y="527"/>
                  </a:cxn>
                  <a:cxn ang="0">
                    <a:pos x="1439" y="664"/>
                  </a:cxn>
                  <a:cxn ang="0">
                    <a:pos x="1578" y="810"/>
                  </a:cxn>
                  <a:cxn ang="0">
                    <a:pos x="1413" y="787"/>
                  </a:cxn>
                  <a:cxn ang="0">
                    <a:pos x="1219" y="814"/>
                  </a:cxn>
                  <a:cxn ang="0">
                    <a:pos x="1255" y="650"/>
                  </a:cxn>
                  <a:cxn ang="0">
                    <a:pos x="1338" y="538"/>
                  </a:cxn>
                  <a:cxn ang="0">
                    <a:pos x="1241" y="552"/>
                  </a:cxn>
                  <a:cxn ang="0">
                    <a:pos x="1165" y="658"/>
                  </a:cxn>
                  <a:cxn ang="0">
                    <a:pos x="1139" y="791"/>
                  </a:cxn>
                  <a:cxn ang="0">
                    <a:pos x="107" y="310"/>
                  </a:cxn>
                  <a:cxn ang="0">
                    <a:pos x="80" y="215"/>
                  </a:cxn>
                  <a:cxn ang="0">
                    <a:pos x="103" y="95"/>
                  </a:cxn>
                  <a:cxn ang="0">
                    <a:pos x="217" y="0"/>
                  </a:cxn>
                  <a:cxn ang="0">
                    <a:pos x="156" y="0"/>
                  </a:cxn>
                  <a:cxn ang="0">
                    <a:pos x="156" y="0"/>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1" name="Freeform 15"/>
              <p:cNvSpPr/>
              <p:nvPr/>
            </p:nvSpPr>
            <p:spPr bwMode="auto">
              <a:xfrm>
                <a:off x="324" y="158"/>
                <a:ext cx="1686" cy="614"/>
              </a:xfrm>
              <a:custGeom>
                <a:avLst/>
                <a:gdLst/>
                <a:ahLst/>
                <a:cxnLst>
                  <a:cxn ang="0">
                    <a:pos x="100" y="0"/>
                  </a:cxn>
                  <a:cxn ang="0">
                    <a:pos x="1190" y="490"/>
                  </a:cxn>
                  <a:cxn ang="0">
                    <a:pos x="1076" y="500"/>
                  </a:cxn>
                  <a:cxn ang="0">
                    <a:pos x="0" y="27"/>
                  </a:cxn>
                  <a:cxn ang="0">
                    <a:pos x="100" y="0"/>
                  </a:cxn>
                  <a:cxn ang="0">
                    <a:pos x="100" y="0"/>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2" name="Freeform 16"/>
              <p:cNvSpPr/>
              <p:nvPr/>
            </p:nvSpPr>
            <p:spPr bwMode="auto">
              <a:xfrm>
                <a:off x="409" y="251"/>
                <a:ext cx="227" cy="410"/>
              </a:xfrm>
              <a:custGeom>
                <a:avLst/>
                <a:gdLst/>
                <a:ahLst/>
                <a:cxnLst>
                  <a:cxn ang="0">
                    <a:pos x="116" y="0"/>
                  </a:cxn>
                  <a:cxn ang="0">
                    <a:pos x="19" y="106"/>
                  </a:cxn>
                  <a:cxn ang="0">
                    <a:pos x="0" y="230"/>
                  </a:cxn>
                  <a:cxn ang="0">
                    <a:pos x="33" y="314"/>
                  </a:cxn>
                  <a:cxn ang="0">
                    <a:pos x="94" y="335"/>
                  </a:cxn>
                  <a:cxn ang="0">
                    <a:pos x="76" y="154"/>
                  </a:cxn>
                  <a:cxn ang="0">
                    <a:pos x="160" y="17"/>
                  </a:cxn>
                  <a:cxn ang="0">
                    <a:pos x="116" y="0"/>
                  </a:cxn>
                  <a:cxn ang="0">
                    <a:pos x="116" y="0"/>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3" name="Freeform 17"/>
              <p:cNvSpPr/>
              <p:nvPr/>
            </p:nvSpPr>
            <p:spPr bwMode="auto">
              <a:xfrm>
                <a:off x="846" y="536"/>
                <a:ext cx="691" cy="364"/>
              </a:xfrm>
              <a:custGeom>
                <a:avLst/>
                <a:gdLst/>
                <a:ahLst/>
                <a:cxnLst>
                  <a:cxn ang="0">
                    <a:pos x="14" y="34"/>
                  </a:cxn>
                  <a:cxn ang="0">
                    <a:pos x="160" y="66"/>
                  </a:cxn>
                  <a:cxn ang="0">
                    <a:pos x="324" y="137"/>
                  </a:cxn>
                  <a:cxn ang="0">
                    <a:pos x="440" y="243"/>
                  </a:cxn>
                  <a:cxn ang="0">
                    <a:pos x="326" y="230"/>
                  </a:cxn>
                  <a:cxn ang="0">
                    <a:pos x="139" y="146"/>
                  </a:cxn>
                  <a:cxn ang="0">
                    <a:pos x="50" y="80"/>
                  </a:cxn>
                  <a:cxn ang="0">
                    <a:pos x="107" y="163"/>
                  </a:cxn>
                  <a:cxn ang="0">
                    <a:pos x="272" y="270"/>
                  </a:cxn>
                  <a:cxn ang="0">
                    <a:pos x="466" y="296"/>
                  </a:cxn>
                  <a:cxn ang="0">
                    <a:pos x="489" y="224"/>
                  </a:cxn>
                  <a:cxn ang="0">
                    <a:pos x="394" y="120"/>
                  </a:cxn>
                  <a:cxn ang="0">
                    <a:pos x="170" y="17"/>
                  </a:cxn>
                  <a:cxn ang="0">
                    <a:pos x="0" y="0"/>
                  </a:cxn>
                  <a:cxn ang="0">
                    <a:pos x="14" y="34"/>
                  </a:cxn>
                  <a:cxn ang="0">
                    <a:pos x="14" y="34"/>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grpSp>
        <p:nvGrpSpPr>
          <p:cNvPr id="3076" name="Group 18"/>
          <p:cNvGrpSpPr/>
          <p:nvPr/>
        </p:nvGrpSpPr>
        <p:grpSpPr>
          <a:xfrm>
            <a:off x="7915275" y="4368800"/>
            <a:ext cx="742950" cy="1058863"/>
            <a:chOff x="4986" y="2752"/>
            <a:chExt cx="468" cy="667"/>
          </a:xfrm>
        </p:grpSpPr>
        <p:sp>
          <p:nvSpPr>
            <p:cNvPr id="65" name="Freeform 19"/>
            <p:cNvSpPr/>
            <p:nvPr/>
          </p:nvSpPr>
          <p:spPr bwMode="auto">
            <a:xfrm rot="7320404">
              <a:off x="4909" y="2936"/>
              <a:ext cx="629" cy="293"/>
            </a:xfrm>
            <a:custGeom>
              <a:avLst/>
              <a:gdLst/>
              <a:ahLst/>
              <a:cxnLst>
                <a:cxn ang="0">
                  <a:pos x="794" y="395"/>
                </a:cxn>
                <a:cxn ang="0">
                  <a:pos x="710" y="318"/>
                </a:cxn>
                <a:cxn ang="0">
                  <a:pos x="556" y="210"/>
                </a:cxn>
                <a:cxn ang="0">
                  <a:pos x="71" y="0"/>
                </a:cxn>
                <a:cxn ang="0">
                  <a:pos x="23" y="20"/>
                </a:cxn>
                <a:cxn ang="0">
                  <a:pos x="0" y="83"/>
                </a:cxn>
                <a:cxn ang="0">
                  <a:pos x="28" y="155"/>
                </a:cxn>
                <a:cxn ang="0">
                  <a:pos x="570" y="409"/>
                </a:cxn>
                <a:cxn ang="0">
                  <a:pos x="689" y="393"/>
                </a:cxn>
                <a:cxn ang="0">
                  <a:pos x="785" y="414"/>
                </a:cxn>
                <a:cxn ang="0">
                  <a:pos x="794" y="395"/>
                </a:cxn>
                <a:cxn ang="0">
                  <a:pos x="794" y="395"/>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6" name="Freeform 20"/>
            <p:cNvSpPr/>
            <p:nvPr/>
          </p:nvSpPr>
          <p:spPr bwMode="auto">
            <a:xfrm rot="7320404">
              <a:off x="4894" y="2923"/>
              <a:ext cx="627" cy="290"/>
            </a:xfrm>
            <a:custGeom>
              <a:avLst/>
              <a:gdLst/>
              <a:ahLst/>
              <a:cxnLst>
                <a:cxn ang="0">
                  <a:pos x="137" y="0"/>
                </a:cxn>
                <a:cxn ang="0">
                  <a:pos x="1331" y="519"/>
                </a:cxn>
                <a:cxn ang="0">
                  <a:pos x="1428" y="638"/>
                </a:cxn>
                <a:cxn ang="0">
                  <a:pos x="1586" y="792"/>
                </a:cxn>
                <a:cxn ang="0">
                  <a:pos x="1565" y="821"/>
                </a:cxn>
                <a:cxn ang="0">
                  <a:pos x="1350" y="787"/>
                </a:cxn>
                <a:cxn ang="0">
                  <a:pos x="1145" y="811"/>
                </a:cxn>
                <a:cxn ang="0">
                  <a:pos x="42" y="298"/>
                </a:cxn>
                <a:cxn ang="0">
                  <a:pos x="0" y="150"/>
                </a:cxn>
                <a:cxn ang="0">
                  <a:pos x="46" y="32"/>
                </a:cxn>
                <a:cxn ang="0">
                  <a:pos x="137" y="0"/>
                </a:cxn>
                <a:cxn ang="0">
                  <a:pos x="137" y="0"/>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fo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7" name="Freeform 21"/>
            <p:cNvSpPr/>
            <p:nvPr/>
          </p:nvSpPr>
          <p:spPr bwMode="auto">
            <a:xfrm rot="7320404">
              <a:off x="5000" y="2914"/>
              <a:ext cx="416" cy="265"/>
            </a:xfrm>
            <a:custGeom>
              <a:avLst/>
              <a:gdLst/>
              <a:ahLst/>
              <a:cxnLst>
                <a:cxn ang="0">
                  <a:pos x="0" y="325"/>
                </a:cxn>
                <a:cxn ang="0">
                  <a:pos x="922" y="747"/>
                </a:cxn>
                <a:cxn ang="0">
                  <a:pos x="939" y="534"/>
                </a:cxn>
                <a:cxn ang="0">
                  <a:pos x="1049" y="422"/>
                </a:cxn>
                <a:cxn ang="0">
                  <a:pos x="78" y="0"/>
                </a:cxn>
                <a:cxn ang="0">
                  <a:pos x="0" y="127"/>
                </a:cxn>
                <a:cxn ang="0">
                  <a:pos x="0" y="325"/>
                </a:cxn>
                <a:cxn ang="0">
                  <a:pos x="0" y="32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3087" name="Group 22"/>
            <p:cNvGrpSpPr/>
            <p:nvPr userDrawn="1"/>
          </p:nvGrpSpPr>
          <p:grpSpPr>
            <a:xfrm>
              <a:off x="4986" y="2752"/>
              <a:ext cx="468" cy="667"/>
              <a:chOff x="4986" y="2752"/>
              <a:chExt cx="468" cy="667"/>
            </a:xfrm>
          </p:grpSpPr>
          <p:sp>
            <p:nvSpPr>
              <p:cNvPr id="69" name="Freeform 23"/>
              <p:cNvSpPr/>
              <p:nvPr/>
            </p:nvSpPr>
            <p:spPr bwMode="auto">
              <a:xfrm rot="7320404">
                <a:off x="4987" y="3190"/>
                <a:ext cx="59" cy="61"/>
              </a:xfrm>
              <a:custGeom>
                <a:avLst/>
                <a:gdLst/>
                <a:ahLst/>
                <a:cxnLst>
                  <a:cxn ang="0">
                    <a:pos x="110" y="0"/>
                  </a:cxn>
                  <a:cxn ang="0">
                    <a:pos x="40" y="66"/>
                  </a:cxn>
                  <a:cxn ang="0">
                    <a:pos x="0" y="173"/>
                  </a:cxn>
                  <a:cxn ang="0">
                    <a:pos x="80" y="160"/>
                  </a:cxn>
                  <a:cxn ang="0">
                    <a:pos x="103" y="84"/>
                  </a:cxn>
                  <a:cxn ang="0">
                    <a:pos x="150" y="27"/>
                  </a:cxn>
                  <a:cxn ang="0">
                    <a:pos x="110" y="0"/>
                  </a:cxn>
                  <a:cxn ang="0">
                    <a:pos x="110" y="0"/>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0" name="Freeform 24"/>
              <p:cNvSpPr/>
              <p:nvPr/>
            </p:nvSpPr>
            <p:spPr bwMode="auto">
              <a:xfrm rot="7320404">
                <a:off x="4887" y="2930"/>
                <a:ext cx="667" cy="311"/>
              </a:xfrm>
              <a:custGeom>
                <a:avLst/>
                <a:gdLst/>
                <a:ahLst/>
                <a:cxnLst>
                  <a:cxn ang="0">
                    <a:pos x="156" y="0"/>
                  </a:cxn>
                  <a:cxn ang="0">
                    <a:pos x="63" y="52"/>
                  </a:cxn>
                  <a:cxn ang="0">
                    <a:pos x="0" y="208"/>
                  </a:cxn>
                  <a:cxn ang="0">
                    <a:pos x="67" y="358"/>
                  </a:cxn>
                  <a:cxn ang="0">
                    <a:pos x="1182" y="867"/>
                  </a:cxn>
                  <a:cxn ang="0">
                    <a:pos x="1422" y="835"/>
                  </a:cxn>
                  <a:cxn ang="0">
                    <a:pos x="1616" y="880"/>
                  </a:cxn>
                  <a:cxn ang="0">
                    <a:pos x="1684" y="808"/>
                  </a:cxn>
                  <a:cxn ang="0">
                    <a:pos x="1502" y="664"/>
                  </a:cxn>
                  <a:cxn ang="0">
                    <a:pos x="1428" y="512"/>
                  </a:cxn>
                  <a:cxn ang="0">
                    <a:pos x="1369" y="527"/>
                  </a:cxn>
                  <a:cxn ang="0">
                    <a:pos x="1439" y="664"/>
                  </a:cxn>
                  <a:cxn ang="0">
                    <a:pos x="1578" y="810"/>
                  </a:cxn>
                  <a:cxn ang="0">
                    <a:pos x="1413" y="787"/>
                  </a:cxn>
                  <a:cxn ang="0">
                    <a:pos x="1219" y="814"/>
                  </a:cxn>
                  <a:cxn ang="0">
                    <a:pos x="1255" y="650"/>
                  </a:cxn>
                  <a:cxn ang="0">
                    <a:pos x="1338" y="538"/>
                  </a:cxn>
                  <a:cxn ang="0">
                    <a:pos x="1241" y="552"/>
                  </a:cxn>
                  <a:cxn ang="0">
                    <a:pos x="1165" y="658"/>
                  </a:cxn>
                  <a:cxn ang="0">
                    <a:pos x="1139" y="791"/>
                  </a:cxn>
                  <a:cxn ang="0">
                    <a:pos x="107" y="310"/>
                  </a:cxn>
                  <a:cxn ang="0">
                    <a:pos x="80" y="215"/>
                  </a:cxn>
                  <a:cxn ang="0">
                    <a:pos x="103" y="95"/>
                  </a:cxn>
                  <a:cxn ang="0">
                    <a:pos x="217" y="0"/>
                  </a:cxn>
                  <a:cxn ang="0">
                    <a:pos x="156" y="0"/>
                  </a:cxn>
                  <a:cxn ang="0">
                    <a:pos x="156" y="0"/>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1" name="Freeform 25"/>
              <p:cNvSpPr/>
              <p:nvPr/>
            </p:nvSpPr>
            <p:spPr bwMode="auto">
              <a:xfrm rot="7320404">
                <a:off x="5062" y="2997"/>
                <a:ext cx="472" cy="176"/>
              </a:xfrm>
              <a:custGeom>
                <a:avLst/>
                <a:gdLst/>
                <a:ahLst/>
                <a:cxnLst>
                  <a:cxn ang="0">
                    <a:pos x="100" y="0"/>
                  </a:cxn>
                  <a:cxn ang="0">
                    <a:pos x="1190" y="490"/>
                  </a:cxn>
                  <a:cxn ang="0">
                    <a:pos x="1076" y="500"/>
                  </a:cxn>
                  <a:cxn ang="0">
                    <a:pos x="0" y="27"/>
                  </a:cxn>
                  <a:cxn ang="0">
                    <a:pos x="100" y="0"/>
                  </a:cxn>
                  <a:cxn ang="0">
                    <a:pos x="100" y="0"/>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2" name="Freeform 26"/>
              <p:cNvSpPr/>
              <p:nvPr/>
            </p:nvSpPr>
            <p:spPr bwMode="auto">
              <a:xfrm rot="7320404">
                <a:off x="5366" y="2873"/>
                <a:ext cx="63" cy="118"/>
              </a:xfrm>
              <a:custGeom>
                <a:avLst/>
                <a:gdLst/>
                <a:ahLst/>
                <a:cxnLst>
                  <a:cxn ang="0">
                    <a:pos x="116" y="0"/>
                  </a:cxn>
                  <a:cxn ang="0">
                    <a:pos x="19" y="106"/>
                  </a:cxn>
                  <a:cxn ang="0">
                    <a:pos x="0" y="230"/>
                  </a:cxn>
                  <a:cxn ang="0">
                    <a:pos x="33" y="314"/>
                  </a:cxn>
                  <a:cxn ang="0">
                    <a:pos x="94" y="335"/>
                  </a:cxn>
                  <a:cxn ang="0">
                    <a:pos x="76" y="154"/>
                  </a:cxn>
                  <a:cxn ang="0">
                    <a:pos x="160" y="17"/>
                  </a:cxn>
                  <a:cxn ang="0">
                    <a:pos x="116" y="0"/>
                  </a:cxn>
                  <a:cxn ang="0">
                    <a:pos x="116" y="0"/>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3" name="Freeform 27"/>
              <p:cNvSpPr/>
              <p:nvPr/>
            </p:nvSpPr>
            <p:spPr bwMode="auto">
              <a:xfrm rot="7320404">
                <a:off x="5138" y="3000"/>
                <a:ext cx="193" cy="104"/>
              </a:xfrm>
              <a:custGeom>
                <a:avLst/>
                <a:gdLst/>
                <a:ahLst/>
                <a:cxnLst>
                  <a:cxn ang="0">
                    <a:pos x="14" y="34"/>
                  </a:cxn>
                  <a:cxn ang="0">
                    <a:pos x="160" y="66"/>
                  </a:cxn>
                  <a:cxn ang="0">
                    <a:pos x="324" y="137"/>
                  </a:cxn>
                  <a:cxn ang="0">
                    <a:pos x="440" y="243"/>
                  </a:cxn>
                  <a:cxn ang="0">
                    <a:pos x="326" y="230"/>
                  </a:cxn>
                  <a:cxn ang="0">
                    <a:pos x="139" y="146"/>
                  </a:cxn>
                  <a:cxn ang="0">
                    <a:pos x="50" y="80"/>
                  </a:cxn>
                  <a:cxn ang="0">
                    <a:pos x="107" y="163"/>
                  </a:cxn>
                  <a:cxn ang="0">
                    <a:pos x="272" y="270"/>
                  </a:cxn>
                  <a:cxn ang="0">
                    <a:pos x="466" y="296"/>
                  </a:cxn>
                  <a:cxn ang="0">
                    <a:pos x="489" y="224"/>
                  </a:cxn>
                  <a:cxn ang="0">
                    <a:pos x="394" y="120"/>
                  </a:cxn>
                  <a:cxn ang="0">
                    <a:pos x="170" y="17"/>
                  </a:cxn>
                  <a:cxn ang="0">
                    <a:pos x="0" y="0"/>
                  </a:cxn>
                  <a:cxn ang="0">
                    <a:pos x="14" y="34"/>
                  </a:cxn>
                  <a:cxn ang="0">
                    <a:pos x="14" y="34"/>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sp>
        <p:nvSpPr>
          <p:cNvPr id="74" name="Freeform 28"/>
          <p:cNvSpPr/>
          <p:nvPr/>
        </p:nvSpPr>
        <p:spPr bwMode="auto">
          <a:xfrm>
            <a:off x="901700" y="5054600"/>
            <a:ext cx="6807200" cy="728663"/>
          </a:xfrm>
          <a:custGeom>
            <a:avLst/>
            <a:gdLst/>
            <a:ahLst/>
            <a:cxnLst>
              <a:cxn ang="0">
                <a:pos x="0" y="0"/>
              </a:cxn>
              <a:cxn ang="0">
                <a:pos x="816" y="256"/>
              </a:cxn>
              <a:cxn ang="0">
                <a:pos x="1560" y="144"/>
              </a:cxn>
              <a:cxn ang="0">
                <a:pos x="1856" y="376"/>
              </a:cxn>
              <a:cxn ang="0">
                <a:pos x="2344" y="152"/>
              </a:cxn>
              <a:cxn ang="0">
                <a:pos x="3536" y="456"/>
              </a:cxn>
              <a:cxn ang="0">
                <a:pos x="4288" y="136"/>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5" name="Freeform 29"/>
          <p:cNvSpPr/>
          <p:nvPr/>
        </p:nvSpPr>
        <p:spPr bwMode="auto">
          <a:xfrm>
            <a:off x="4076700" y="1930400"/>
            <a:ext cx="889000" cy="381000"/>
          </a:xfrm>
          <a:custGeom>
            <a:avLst/>
            <a:gdLst/>
            <a:ahLst/>
            <a:cxnLst>
              <a:cxn ang="0">
                <a:pos x="0" y="32"/>
              </a:cxn>
              <a:cxn ang="0">
                <a:pos x="280" y="144"/>
              </a:cxn>
              <a:cxn ang="0">
                <a:pos x="448" y="16"/>
              </a:cxn>
              <a:cxn ang="0">
                <a:pos x="560" y="240"/>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7411"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defRPr>
            </a:lvl1pPr>
          </a:lstStyle>
          <a:p>
            <a:r>
              <a:rPr lang="zh-CN" altLang="en-US"/>
              <a:t>单击此处编辑母版标题样式</a:t>
            </a:r>
            <a:endParaRPr lang="zh-CN" altLang="en-US"/>
          </a:p>
        </p:txBody>
      </p:sp>
      <p:sp>
        <p:nvSpPr>
          <p:cNvPr id="17412"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r>
              <a:rPr lang="zh-CN" altLang="en-US"/>
              <a:t>单击此处编辑母版副标题样式</a:t>
            </a:r>
            <a:endParaRPr lang="zh-CN" altLang="en-US"/>
          </a:p>
        </p:txBody>
      </p:sp>
      <p:sp>
        <p:nvSpPr>
          <p:cNvPr id="76" name="Rectangle 5"/>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7" name="Rectangle 6"/>
          <p:cNvSpPr>
            <a:spLocks noGrp="1" noChangeArrowheads="1"/>
          </p:cNvSpPr>
          <p:nvPr>
            <p:ph type="ftr" sz="quarter" idx="3"/>
          </p:nvPr>
        </p:nvSpPr>
        <p:spPr bwMode="auto">
          <a:xfrm>
            <a:off x="2133600" y="6248400"/>
            <a:ext cx="5257800" cy="457200"/>
          </a:xfrm>
          <a:prstGeom prst="rect">
            <a:avLst/>
          </a:prstGeom>
          <a:ln>
            <a:miter lim="800000"/>
          </a:ln>
        </p:spPr>
        <p:txBody>
          <a:bodyPr vert="horz" wrap="square" lIns="91440" tIns="45720" rIns="91440" bIns="45720" numCol="1" anchor="t" anchorCtr="0" compatLnSpc="1"/>
          <a:lstStyle>
            <a:lvl1pPr>
              <a:defRPr b="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软件工程 第二章 系统工程</a:t>
            </a: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8" name="Rectangle 7"/>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3" name="Rectangle 5"/>
          <p:cNvSpPr>
            <a:spLocks noGrp="1" noChangeArrowheads="1"/>
          </p:cNvSpPr>
          <p:nvPr>
            <p:ph type="dt" sz="half" idx="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a:t>
            </a:r>
            <a:r>
              <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 </a:t>
            </a: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第二章</a:t>
            </a:r>
            <a:r>
              <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 </a:t>
            </a: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系统工程</a:t>
            </a:r>
            <a:endPar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3" name="Rectangle 5"/>
          <p:cNvSpPr>
            <a:spLocks noGrp="1" noChangeArrowheads="1"/>
          </p:cNvSpPr>
          <p:nvPr>
            <p:ph type="dt" sz="half" idx="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371600"/>
            <a:ext cx="38862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419600" y="1371600"/>
            <a:ext cx="38862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3" name="Rectangle 5"/>
          <p:cNvSpPr>
            <a:spLocks noGrp="1" noChangeArrowheads="1"/>
          </p:cNvSpPr>
          <p:nvPr>
            <p:ph type="dt" sz="half" idx="1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3" name="Rectangle 5"/>
          <p:cNvSpPr>
            <a:spLocks noGrp="1" noChangeArrowheads="1"/>
          </p:cNvSpPr>
          <p:nvPr>
            <p:ph type="dt" sz="half" idx="1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1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1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3" name="Rectangle 5"/>
          <p:cNvSpPr>
            <a:spLocks noGrp="1" noChangeArrowheads="1"/>
          </p:cNvSpPr>
          <p:nvPr>
            <p:ph type="dt" sz="half" idx="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53" name="Rectangle 5"/>
          <p:cNvSpPr>
            <a:spLocks noGrp="1" noChangeArrowheads="1"/>
          </p:cNvSpPr>
          <p:nvPr>
            <p:ph type="dt" sz="half" idx="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152400"/>
            <a:ext cx="2076450" cy="5943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152400"/>
            <a:ext cx="6076950" cy="5943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53" name="Freeform 2"/>
          <p:cNvSpPr/>
          <p:nvPr/>
        </p:nvSpPr>
        <p:spPr bwMode="blackWhite">
          <a:xfrm>
            <a:off x="20638" y="12700"/>
            <a:ext cx="8896350" cy="6780213"/>
          </a:xfrm>
          <a:custGeom>
            <a:avLst/>
            <a:gdLst/>
            <a:ahLst/>
            <a:cxnLst>
              <a:cxn ang="0">
                <a:pos x="2822" y="0"/>
              </a:cxn>
              <a:cxn ang="0">
                <a:pos x="0" y="975"/>
              </a:cxn>
              <a:cxn ang="0">
                <a:pos x="2169" y="3619"/>
              </a:cxn>
              <a:cxn ang="0">
                <a:pos x="3985" y="1125"/>
              </a:cxn>
              <a:cxn ang="0">
                <a:pos x="2822" y="0"/>
              </a:cxn>
              <a:cxn ang="0">
                <a:pos x="2822" y="0"/>
              </a:cxn>
            </a:cxnLst>
            <a:rect l="0" t="0" r="r" b="b"/>
            <a:pathLst>
              <a:path w="3985" h="3619">
                <a:moveTo>
                  <a:pt x="2822" y="0"/>
                </a:moveTo>
                <a:lnTo>
                  <a:pt x="0" y="975"/>
                </a:lnTo>
                <a:lnTo>
                  <a:pt x="2169" y="3619"/>
                </a:lnTo>
                <a:lnTo>
                  <a:pt x="3985" y="1125"/>
                </a:lnTo>
                <a:lnTo>
                  <a:pt x="2822" y="0"/>
                </a:lnTo>
                <a:lnTo>
                  <a:pt x="2822" y="0"/>
                </a:lnTo>
                <a:close/>
              </a:path>
            </a:pathLst>
          </a:custGeom>
          <a:solidFill>
            <a:schemeClr val="accent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3075" name="Group 8"/>
          <p:cNvGrpSpPr/>
          <p:nvPr/>
        </p:nvGrpSpPr>
        <p:grpSpPr>
          <a:xfrm>
            <a:off x="195263" y="234950"/>
            <a:ext cx="3787775" cy="1778000"/>
            <a:chOff x="123" y="148"/>
            <a:chExt cx="2386" cy="1120"/>
          </a:xfrm>
        </p:grpSpPr>
        <p:sp>
          <p:nvSpPr>
            <p:cNvPr id="55" name="Freeform 9"/>
            <p:cNvSpPr/>
            <p:nvPr/>
          </p:nvSpPr>
          <p:spPr bwMode="auto">
            <a:xfrm>
              <a:off x="177" y="177"/>
              <a:ext cx="2250" cy="1017"/>
            </a:xfrm>
            <a:custGeom>
              <a:avLst/>
              <a:gdLst/>
              <a:ahLst/>
              <a:cxnLst>
                <a:cxn ang="0">
                  <a:pos x="794" y="395"/>
                </a:cxn>
                <a:cxn ang="0">
                  <a:pos x="710" y="318"/>
                </a:cxn>
                <a:cxn ang="0">
                  <a:pos x="556" y="210"/>
                </a:cxn>
                <a:cxn ang="0">
                  <a:pos x="71" y="0"/>
                </a:cxn>
                <a:cxn ang="0">
                  <a:pos x="23" y="20"/>
                </a:cxn>
                <a:cxn ang="0">
                  <a:pos x="0" y="83"/>
                </a:cxn>
                <a:cxn ang="0">
                  <a:pos x="28" y="155"/>
                </a:cxn>
                <a:cxn ang="0">
                  <a:pos x="570" y="409"/>
                </a:cxn>
                <a:cxn ang="0">
                  <a:pos x="689" y="393"/>
                </a:cxn>
                <a:cxn ang="0">
                  <a:pos x="785" y="414"/>
                </a:cxn>
                <a:cxn ang="0">
                  <a:pos x="794" y="395"/>
                </a:cxn>
                <a:cxn ang="0">
                  <a:pos x="794" y="395"/>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6" name="Freeform 10"/>
            <p:cNvSpPr/>
            <p:nvPr/>
          </p:nvSpPr>
          <p:spPr bwMode="auto">
            <a:xfrm>
              <a:off x="166" y="261"/>
              <a:ext cx="2244" cy="1007"/>
            </a:xfrm>
            <a:custGeom>
              <a:avLst/>
              <a:gdLst/>
              <a:ahLst/>
              <a:cxnLst>
                <a:cxn ang="0">
                  <a:pos x="137" y="0"/>
                </a:cxn>
                <a:cxn ang="0">
                  <a:pos x="1331" y="519"/>
                </a:cxn>
                <a:cxn ang="0">
                  <a:pos x="1428" y="638"/>
                </a:cxn>
                <a:cxn ang="0">
                  <a:pos x="1586" y="792"/>
                </a:cxn>
                <a:cxn ang="0">
                  <a:pos x="1565" y="821"/>
                </a:cxn>
                <a:cxn ang="0">
                  <a:pos x="1350" y="787"/>
                </a:cxn>
                <a:cxn ang="0">
                  <a:pos x="1145" y="811"/>
                </a:cxn>
                <a:cxn ang="0">
                  <a:pos x="42" y="298"/>
                </a:cxn>
                <a:cxn ang="0">
                  <a:pos x="0" y="150"/>
                </a:cxn>
                <a:cxn ang="0">
                  <a:pos x="46" y="32"/>
                </a:cxn>
                <a:cxn ang="0">
                  <a:pos x="137" y="0"/>
                </a:cxn>
                <a:cxn ang="0">
                  <a:pos x="137" y="0"/>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7" name="Freeform 11"/>
            <p:cNvSpPr/>
            <p:nvPr/>
          </p:nvSpPr>
          <p:spPr bwMode="auto">
            <a:xfrm>
              <a:off x="474" y="344"/>
              <a:ext cx="1488" cy="919"/>
            </a:xfrm>
            <a:custGeom>
              <a:avLst/>
              <a:gdLst/>
              <a:ahLst/>
              <a:cxnLst>
                <a:cxn ang="0">
                  <a:pos x="0" y="325"/>
                </a:cxn>
                <a:cxn ang="0">
                  <a:pos x="922" y="747"/>
                </a:cxn>
                <a:cxn ang="0">
                  <a:pos x="939" y="534"/>
                </a:cxn>
                <a:cxn ang="0">
                  <a:pos x="1049" y="422"/>
                </a:cxn>
                <a:cxn ang="0">
                  <a:pos x="78" y="0"/>
                </a:cxn>
                <a:cxn ang="0">
                  <a:pos x="0" y="127"/>
                </a:cxn>
                <a:cxn ang="0">
                  <a:pos x="0" y="325"/>
                </a:cxn>
                <a:cxn ang="0">
                  <a:pos x="0" y="32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3096" name="Group 12"/>
            <p:cNvGrpSpPr/>
            <p:nvPr userDrawn="1"/>
          </p:nvGrpSpPr>
          <p:grpSpPr>
            <a:xfrm>
              <a:off x="123" y="148"/>
              <a:ext cx="2386" cy="1081"/>
              <a:chOff x="123" y="148"/>
              <a:chExt cx="2386" cy="1081"/>
            </a:xfrm>
          </p:grpSpPr>
          <p:sp>
            <p:nvSpPr>
              <p:cNvPr id="59" name="Freeform 13"/>
              <p:cNvSpPr/>
              <p:nvPr/>
            </p:nvSpPr>
            <p:spPr bwMode="auto">
              <a:xfrm>
                <a:off x="2005" y="934"/>
                <a:ext cx="212" cy="214"/>
              </a:xfrm>
              <a:custGeom>
                <a:avLst/>
                <a:gdLst/>
                <a:ahLst/>
                <a:cxnLst>
                  <a:cxn ang="0">
                    <a:pos x="110" y="0"/>
                  </a:cxn>
                  <a:cxn ang="0">
                    <a:pos x="40" y="66"/>
                  </a:cxn>
                  <a:cxn ang="0">
                    <a:pos x="0" y="173"/>
                  </a:cxn>
                  <a:cxn ang="0">
                    <a:pos x="80" y="160"/>
                  </a:cxn>
                  <a:cxn ang="0">
                    <a:pos x="103" y="84"/>
                  </a:cxn>
                  <a:cxn ang="0">
                    <a:pos x="150" y="27"/>
                  </a:cxn>
                  <a:cxn ang="0">
                    <a:pos x="110" y="0"/>
                  </a:cxn>
                  <a:cxn ang="0">
                    <a:pos x="110" y="0"/>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0" name="Freeform 14"/>
              <p:cNvSpPr/>
              <p:nvPr/>
            </p:nvSpPr>
            <p:spPr bwMode="auto">
              <a:xfrm>
                <a:off x="123" y="148"/>
                <a:ext cx="2386" cy="1081"/>
              </a:xfrm>
              <a:custGeom>
                <a:avLst/>
                <a:gdLst/>
                <a:ahLst/>
                <a:cxnLst>
                  <a:cxn ang="0">
                    <a:pos x="156" y="0"/>
                  </a:cxn>
                  <a:cxn ang="0">
                    <a:pos x="63" y="52"/>
                  </a:cxn>
                  <a:cxn ang="0">
                    <a:pos x="0" y="208"/>
                  </a:cxn>
                  <a:cxn ang="0">
                    <a:pos x="67" y="358"/>
                  </a:cxn>
                  <a:cxn ang="0">
                    <a:pos x="1182" y="867"/>
                  </a:cxn>
                  <a:cxn ang="0">
                    <a:pos x="1422" y="835"/>
                  </a:cxn>
                  <a:cxn ang="0">
                    <a:pos x="1616" y="880"/>
                  </a:cxn>
                  <a:cxn ang="0">
                    <a:pos x="1684" y="808"/>
                  </a:cxn>
                  <a:cxn ang="0">
                    <a:pos x="1502" y="664"/>
                  </a:cxn>
                  <a:cxn ang="0">
                    <a:pos x="1428" y="512"/>
                  </a:cxn>
                  <a:cxn ang="0">
                    <a:pos x="1369" y="527"/>
                  </a:cxn>
                  <a:cxn ang="0">
                    <a:pos x="1439" y="664"/>
                  </a:cxn>
                  <a:cxn ang="0">
                    <a:pos x="1578" y="810"/>
                  </a:cxn>
                  <a:cxn ang="0">
                    <a:pos x="1413" y="787"/>
                  </a:cxn>
                  <a:cxn ang="0">
                    <a:pos x="1219" y="814"/>
                  </a:cxn>
                  <a:cxn ang="0">
                    <a:pos x="1255" y="650"/>
                  </a:cxn>
                  <a:cxn ang="0">
                    <a:pos x="1338" y="538"/>
                  </a:cxn>
                  <a:cxn ang="0">
                    <a:pos x="1241" y="552"/>
                  </a:cxn>
                  <a:cxn ang="0">
                    <a:pos x="1165" y="658"/>
                  </a:cxn>
                  <a:cxn ang="0">
                    <a:pos x="1139" y="791"/>
                  </a:cxn>
                  <a:cxn ang="0">
                    <a:pos x="107" y="310"/>
                  </a:cxn>
                  <a:cxn ang="0">
                    <a:pos x="80" y="215"/>
                  </a:cxn>
                  <a:cxn ang="0">
                    <a:pos x="103" y="95"/>
                  </a:cxn>
                  <a:cxn ang="0">
                    <a:pos x="217" y="0"/>
                  </a:cxn>
                  <a:cxn ang="0">
                    <a:pos x="156" y="0"/>
                  </a:cxn>
                  <a:cxn ang="0">
                    <a:pos x="156" y="0"/>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1" name="Freeform 15"/>
              <p:cNvSpPr/>
              <p:nvPr/>
            </p:nvSpPr>
            <p:spPr bwMode="auto">
              <a:xfrm>
                <a:off x="324" y="158"/>
                <a:ext cx="1686" cy="614"/>
              </a:xfrm>
              <a:custGeom>
                <a:avLst/>
                <a:gdLst/>
                <a:ahLst/>
                <a:cxnLst>
                  <a:cxn ang="0">
                    <a:pos x="100" y="0"/>
                  </a:cxn>
                  <a:cxn ang="0">
                    <a:pos x="1190" y="490"/>
                  </a:cxn>
                  <a:cxn ang="0">
                    <a:pos x="1076" y="500"/>
                  </a:cxn>
                  <a:cxn ang="0">
                    <a:pos x="0" y="27"/>
                  </a:cxn>
                  <a:cxn ang="0">
                    <a:pos x="100" y="0"/>
                  </a:cxn>
                  <a:cxn ang="0">
                    <a:pos x="100" y="0"/>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2" name="Freeform 16"/>
              <p:cNvSpPr/>
              <p:nvPr/>
            </p:nvSpPr>
            <p:spPr bwMode="auto">
              <a:xfrm>
                <a:off x="409" y="251"/>
                <a:ext cx="227" cy="410"/>
              </a:xfrm>
              <a:custGeom>
                <a:avLst/>
                <a:gdLst/>
                <a:ahLst/>
                <a:cxnLst>
                  <a:cxn ang="0">
                    <a:pos x="116" y="0"/>
                  </a:cxn>
                  <a:cxn ang="0">
                    <a:pos x="19" y="106"/>
                  </a:cxn>
                  <a:cxn ang="0">
                    <a:pos x="0" y="230"/>
                  </a:cxn>
                  <a:cxn ang="0">
                    <a:pos x="33" y="314"/>
                  </a:cxn>
                  <a:cxn ang="0">
                    <a:pos x="94" y="335"/>
                  </a:cxn>
                  <a:cxn ang="0">
                    <a:pos x="76" y="154"/>
                  </a:cxn>
                  <a:cxn ang="0">
                    <a:pos x="160" y="17"/>
                  </a:cxn>
                  <a:cxn ang="0">
                    <a:pos x="116" y="0"/>
                  </a:cxn>
                  <a:cxn ang="0">
                    <a:pos x="116" y="0"/>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3" name="Freeform 17"/>
              <p:cNvSpPr/>
              <p:nvPr/>
            </p:nvSpPr>
            <p:spPr bwMode="auto">
              <a:xfrm>
                <a:off x="846" y="536"/>
                <a:ext cx="691" cy="364"/>
              </a:xfrm>
              <a:custGeom>
                <a:avLst/>
                <a:gdLst/>
                <a:ahLst/>
                <a:cxnLst>
                  <a:cxn ang="0">
                    <a:pos x="14" y="34"/>
                  </a:cxn>
                  <a:cxn ang="0">
                    <a:pos x="160" y="66"/>
                  </a:cxn>
                  <a:cxn ang="0">
                    <a:pos x="324" y="137"/>
                  </a:cxn>
                  <a:cxn ang="0">
                    <a:pos x="440" y="243"/>
                  </a:cxn>
                  <a:cxn ang="0">
                    <a:pos x="326" y="230"/>
                  </a:cxn>
                  <a:cxn ang="0">
                    <a:pos x="139" y="146"/>
                  </a:cxn>
                  <a:cxn ang="0">
                    <a:pos x="50" y="80"/>
                  </a:cxn>
                  <a:cxn ang="0">
                    <a:pos x="107" y="163"/>
                  </a:cxn>
                  <a:cxn ang="0">
                    <a:pos x="272" y="270"/>
                  </a:cxn>
                  <a:cxn ang="0">
                    <a:pos x="466" y="296"/>
                  </a:cxn>
                  <a:cxn ang="0">
                    <a:pos x="489" y="224"/>
                  </a:cxn>
                  <a:cxn ang="0">
                    <a:pos x="394" y="120"/>
                  </a:cxn>
                  <a:cxn ang="0">
                    <a:pos x="170" y="17"/>
                  </a:cxn>
                  <a:cxn ang="0">
                    <a:pos x="0" y="0"/>
                  </a:cxn>
                  <a:cxn ang="0">
                    <a:pos x="14" y="34"/>
                  </a:cxn>
                  <a:cxn ang="0">
                    <a:pos x="14" y="34"/>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grpSp>
        <p:nvGrpSpPr>
          <p:cNvPr id="3076" name="Group 18"/>
          <p:cNvGrpSpPr/>
          <p:nvPr/>
        </p:nvGrpSpPr>
        <p:grpSpPr>
          <a:xfrm>
            <a:off x="7915275" y="4368800"/>
            <a:ext cx="742950" cy="1058863"/>
            <a:chOff x="4986" y="2752"/>
            <a:chExt cx="468" cy="667"/>
          </a:xfrm>
        </p:grpSpPr>
        <p:sp>
          <p:nvSpPr>
            <p:cNvPr id="65" name="Freeform 19"/>
            <p:cNvSpPr/>
            <p:nvPr/>
          </p:nvSpPr>
          <p:spPr bwMode="auto">
            <a:xfrm rot="7320404">
              <a:off x="4909" y="2936"/>
              <a:ext cx="629" cy="293"/>
            </a:xfrm>
            <a:custGeom>
              <a:avLst/>
              <a:gdLst/>
              <a:ahLst/>
              <a:cxnLst>
                <a:cxn ang="0">
                  <a:pos x="794" y="395"/>
                </a:cxn>
                <a:cxn ang="0">
                  <a:pos x="710" y="318"/>
                </a:cxn>
                <a:cxn ang="0">
                  <a:pos x="556" y="210"/>
                </a:cxn>
                <a:cxn ang="0">
                  <a:pos x="71" y="0"/>
                </a:cxn>
                <a:cxn ang="0">
                  <a:pos x="23" y="20"/>
                </a:cxn>
                <a:cxn ang="0">
                  <a:pos x="0" y="83"/>
                </a:cxn>
                <a:cxn ang="0">
                  <a:pos x="28" y="155"/>
                </a:cxn>
                <a:cxn ang="0">
                  <a:pos x="570" y="409"/>
                </a:cxn>
                <a:cxn ang="0">
                  <a:pos x="689" y="393"/>
                </a:cxn>
                <a:cxn ang="0">
                  <a:pos x="785" y="414"/>
                </a:cxn>
                <a:cxn ang="0">
                  <a:pos x="794" y="395"/>
                </a:cxn>
                <a:cxn ang="0">
                  <a:pos x="794" y="395"/>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6" name="Freeform 20"/>
            <p:cNvSpPr/>
            <p:nvPr/>
          </p:nvSpPr>
          <p:spPr bwMode="auto">
            <a:xfrm rot="7320404">
              <a:off x="4894" y="2923"/>
              <a:ext cx="627" cy="290"/>
            </a:xfrm>
            <a:custGeom>
              <a:avLst/>
              <a:gdLst/>
              <a:ahLst/>
              <a:cxnLst>
                <a:cxn ang="0">
                  <a:pos x="137" y="0"/>
                </a:cxn>
                <a:cxn ang="0">
                  <a:pos x="1331" y="519"/>
                </a:cxn>
                <a:cxn ang="0">
                  <a:pos x="1428" y="638"/>
                </a:cxn>
                <a:cxn ang="0">
                  <a:pos x="1586" y="792"/>
                </a:cxn>
                <a:cxn ang="0">
                  <a:pos x="1565" y="821"/>
                </a:cxn>
                <a:cxn ang="0">
                  <a:pos x="1350" y="787"/>
                </a:cxn>
                <a:cxn ang="0">
                  <a:pos x="1145" y="811"/>
                </a:cxn>
                <a:cxn ang="0">
                  <a:pos x="42" y="298"/>
                </a:cxn>
                <a:cxn ang="0">
                  <a:pos x="0" y="150"/>
                </a:cxn>
                <a:cxn ang="0">
                  <a:pos x="46" y="32"/>
                </a:cxn>
                <a:cxn ang="0">
                  <a:pos x="137" y="0"/>
                </a:cxn>
                <a:cxn ang="0">
                  <a:pos x="137" y="0"/>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fo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7" name="Freeform 21"/>
            <p:cNvSpPr/>
            <p:nvPr/>
          </p:nvSpPr>
          <p:spPr bwMode="auto">
            <a:xfrm rot="7320404">
              <a:off x="5000" y="2914"/>
              <a:ext cx="416" cy="265"/>
            </a:xfrm>
            <a:custGeom>
              <a:avLst/>
              <a:gdLst/>
              <a:ahLst/>
              <a:cxnLst>
                <a:cxn ang="0">
                  <a:pos x="0" y="325"/>
                </a:cxn>
                <a:cxn ang="0">
                  <a:pos x="922" y="747"/>
                </a:cxn>
                <a:cxn ang="0">
                  <a:pos x="939" y="534"/>
                </a:cxn>
                <a:cxn ang="0">
                  <a:pos x="1049" y="422"/>
                </a:cxn>
                <a:cxn ang="0">
                  <a:pos x="78" y="0"/>
                </a:cxn>
                <a:cxn ang="0">
                  <a:pos x="0" y="127"/>
                </a:cxn>
                <a:cxn ang="0">
                  <a:pos x="0" y="325"/>
                </a:cxn>
                <a:cxn ang="0">
                  <a:pos x="0" y="32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3087" name="Group 22"/>
            <p:cNvGrpSpPr/>
            <p:nvPr userDrawn="1"/>
          </p:nvGrpSpPr>
          <p:grpSpPr>
            <a:xfrm>
              <a:off x="4986" y="2752"/>
              <a:ext cx="468" cy="667"/>
              <a:chOff x="4986" y="2752"/>
              <a:chExt cx="468" cy="667"/>
            </a:xfrm>
          </p:grpSpPr>
          <p:sp>
            <p:nvSpPr>
              <p:cNvPr id="69" name="Freeform 23"/>
              <p:cNvSpPr/>
              <p:nvPr/>
            </p:nvSpPr>
            <p:spPr bwMode="auto">
              <a:xfrm rot="7320404">
                <a:off x="4987" y="3190"/>
                <a:ext cx="59" cy="61"/>
              </a:xfrm>
              <a:custGeom>
                <a:avLst/>
                <a:gdLst/>
                <a:ahLst/>
                <a:cxnLst>
                  <a:cxn ang="0">
                    <a:pos x="110" y="0"/>
                  </a:cxn>
                  <a:cxn ang="0">
                    <a:pos x="40" y="66"/>
                  </a:cxn>
                  <a:cxn ang="0">
                    <a:pos x="0" y="173"/>
                  </a:cxn>
                  <a:cxn ang="0">
                    <a:pos x="80" y="160"/>
                  </a:cxn>
                  <a:cxn ang="0">
                    <a:pos x="103" y="84"/>
                  </a:cxn>
                  <a:cxn ang="0">
                    <a:pos x="150" y="27"/>
                  </a:cxn>
                  <a:cxn ang="0">
                    <a:pos x="110" y="0"/>
                  </a:cxn>
                  <a:cxn ang="0">
                    <a:pos x="110" y="0"/>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0" name="Freeform 24"/>
              <p:cNvSpPr/>
              <p:nvPr/>
            </p:nvSpPr>
            <p:spPr bwMode="auto">
              <a:xfrm rot="7320404">
                <a:off x="4887" y="2930"/>
                <a:ext cx="667" cy="311"/>
              </a:xfrm>
              <a:custGeom>
                <a:avLst/>
                <a:gdLst/>
                <a:ahLst/>
                <a:cxnLst>
                  <a:cxn ang="0">
                    <a:pos x="156" y="0"/>
                  </a:cxn>
                  <a:cxn ang="0">
                    <a:pos x="63" y="52"/>
                  </a:cxn>
                  <a:cxn ang="0">
                    <a:pos x="0" y="208"/>
                  </a:cxn>
                  <a:cxn ang="0">
                    <a:pos x="67" y="358"/>
                  </a:cxn>
                  <a:cxn ang="0">
                    <a:pos x="1182" y="867"/>
                  </a:cxn>
                  <a:cxn ang="0">
                    <a:pos x="1422" y="835"/>
                  </a:cxn>
                  <a:cxn ang="0">
                    <a:pos x="1616" y="880"/>
                  </a:cxn>
                  <a:cxn ang="0">
                    <a:pos x="1684" y="808"/>
                  </a:cxn>
                  <a:cxn ang="0">
                    <a:pos x="1502" y="664"/>
                  </a:cxn>
                  <a:cxn ang="0">
                    <a:pos x="1428" y="512"/>
                  </a:cxn>
                  <a:cxn ang="0">
                    <a:pos x="1369" y="527"/>
                  </a:cxn>
                  <a:cxn ang="0">
                    <a:pos x="1439" y="664"/>
                  </a:cxn>
                  <a:cxn ang="0">
                    <a:pos x="1578" y="810"/>
                  </a:cxn>
                  <a:cxn ang="0">
                    <a:pos x="1413" y="787"/>
                  </a:cxn>
                  <a:cxn ang="0">
                    <a:pos x="1219" y="814"/>
                  </a:cxn>
                  <a:cxn ang="0">
                    <a:pos x="1255" y="650"/>
                  </a:cxn>
                  <a:cxn ang="0">
                    <a:pos x="1338" y="538"/>
                  </a:cxn>
                  <a:cxn ang="0">
                    <a:pos x="1241" y="552"/>
                  </a:cxn>
                  <a:cxn ang="0">
                    <a:pos x="1165" y="658"/>
                  </a:cxn>
                  <a:cxn ang="0">
                    <a:pos x="1139" y="791"/>
                  </a:cxn>
                  <a:cxn ang="0">
                    <a:pos x="107" y="310"/>
                  </a:cxn>
                  <a:cxn ang="0">
                    <a:pos x="80" y="215"/>
                  </a:cxn>
                  <a:cxn ang="0">
                    <a:pos x="103" y="95"/>
                  </a:cxn>
                  <a:cxn ang="0">
                    <a:pos x="217" y="0"/>
                  </a:cxn>
                  <a:cxn ang="0">
                    <a:pos x="156" y="0"/>
                  </a:cxn>
                  <a:cxn ang="0">
                    <a:pos x="156" y="0"/>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1" name="Freeform 25"/>
              <p:cNvSpPr/>
              <p:nvPr/>
            </p:nvSpPr>
            <p:spPr bwMode="auto">
              <a:xfrm rot="7320404">
                <a:off x="5062" y="2997"/>
                <a:ext cx="472" cy="176"/>
              </a:xfrm>
              <a:custGeom>
                <a:avLst/>
                <a:gdLst/>
                <a:ahLst/>
                <a:cxnLst>
                  <a:cxn ang="0">
                    <a:pos x="100" y="0"/>
                  </a:cxn>
                  <a:cxn ang="0">
                    <a:pos x="1190" y="490"/>
                  </a:cxn>
                  <a:cxn ang="0">
                    <a:pos x="1076" y="500"/>
                  </a:cxn>
                  <a:cxn ang="0">
                    <a:pos x="0" y="27"/>
                  </a:cxn>
                  <a:cxn ang="0">
                    <a:pos x="100" y="0"/>
                  </a:cxn>
                  <a:cxn ang="0">
                    <a:pos x="100" y="0"/>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2" name="Freeform 26"/>
              <p:cNvSpPr/>
              <p:nvPr/>
            </p:nvSpPr>
            <p:spPr bwMode="auto">
              <a:xfrm rot="7320404">
                <a:off x="5366" y="2873"/>
                <a:ext cx="63" cy="118"/>
              </a:xfrm>
              <a:custGeom>
                <a:avLst/>
                <a:gdLst/>
                <a:ahLst/>
                <a:cxnLst>
                  <a:cxn ang="0">
                    <a:pos x="116" y="0"/>
                  </a:cxn>
                  <a:cxn ang="0">
                    <a:pos x="19" y="106"/>
                  </a:cxn>
                  <a:cxn ang="0">
                    <a:pos x="0" y="230"/>
                  </a:cxn>
                  <a:cxn ang="0">
                    <a:pos x="33" y="314"/>
                  </a:cxn>
                  <a:cxn ang="0">
                    <a:pos x="94" y="335"/>
                  </a:cxn>
                  <a:cxn ang="0">
                    <a:pos x="76" y="154"/>
                  </a:cxn>
                  <a:cxn ang="0">
                    <a:pos x="160" y="17"/>
                  </a:cxn>
                  <a:cxn ang="0">
                    <a:pos x="116" y="0"/>
                  </a:cxn>
                  <a:cxn ang="0">
                    <a:pos x="116" y="0"/>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3" name="Freeform 27"/>
              <p:cNvSpPr/>
              <p:nvPr/>
            </p:nvSpPr>
            <p:spPr bwMode="auto">
              <a:xfrm rot="7320404">
                <a:off x="5138" y="3000"/>
                <a:ext cx="193" cy="104"/>
              </a:xfrm>
              <a:custGeom>
                <a:avLst/>
                <a:gdLst/>
                <a:ahLst/>
                <a:cxnLst>
                  <a:cxn ang="0">
                    <a:pos x="14" y="34"/>
                  </a:cxn>
                  <a:cxn ang="0">
                    <a:pos x="160" y="66"/>
                  </a:cxn>
                  <a:cxn ang="0">
                    <a:pos x="324" y="137"/>
                  </a:cxn>
                  <a:cxn ang="0">
                    <a:pos x="440" y="243"/>
                  </a:cxn>
                  <a:cxn ang="0">
                    <a:pos x="326" y="230"/>
                  </a:cxn>
                  <a:cxn ang="0">
                    <a:pos x="139" y="146"/>
                  </a:cxn>
                  <a:cxn ang="0">
                    <a:pos x="50" y="80"/>
                  </a:cxn>
                  <a:cxn ang="0">
                    <a:pos x="107" y="163"/>
                  </a:cxn>
                  <a:cxn ang="0">
                    <a:pos x="272" y="270"/>
                  </a:cxn>
                  <a:cxn ang="0">
                    <a:pos x="466" y="296"/>
                  </a:cxn>
                  <a:cxn ang="0">
                    <a:pos x="489" y="224"/>
                  </a:cxn>
                  <a:cxn ang="0">
                    <a:pos x="394" y="120"/>
                  </a:cxn>
                  <a:cxn ang="0">
                    <a:pos x="170" y="17"/>
                  </a:cxn>
                  <a:cxn ang="0">
                    <a:pos x="0" y="0"/>
                  </a:cxn>
                  <a:cxn ang="0">
                    <a:pos x="14" y="34"/>
                  </a:cxn>
                  <a:cxn ang="0">
                    <a:pos x="14" y="34"/>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sp>
        <p:nvSpPr>
          <p:cNvPr id="74" name="Freeform 28"/>
          <p:cNvSpPr/>
          <p:nvPr/>
        </p:nvSpPr>
        <p:spPr bwMode="auto">
          <a:xfrm>
            <a:off x="901700" y="5054600"/>
            <a:ext cx="6807200" cy="728663"/>
          </a:xfrm>
          <a:custGeom>
            <a:avLst/>
            <a:gdLst/>
            <a:ahLst/>
            <a:cxnLst>
              <a:cxn ang="0">
                <a:pos x="0" y="0"/>
              </a:cxn>
              <a:cxn ang="0">
                <a:pos x="816" y="256"/>
              </a:cxn>
              <a:cxn ang="0">
                <a:pos x="1560" y="144"/>
              </a:cxn>
              <a:cxn ang="0">
                <a:pos x="1856" y="376"/>
              </a:cxn>
              <a:cxn ang="0">
                <a:pos x="2344" y="152"/>
              </a:cxn>
              <a:cxn ang="0">
                <a:pos x="3536" y="456"/>
              </a:cxn>
              <a:cxn ang="0">
                <a:pos x="4288" y="136"/>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5" name="Freeform 29"/>
          <p:cNvSpPr/>
          <p:nvPr/>
        </p:nvSpPr>
        <p:spPr bwMode="auto">
          <a:xfrm>
            <a:off x="4076700" y="1930400"/>
            <a:ext cx="889000" cy="381000"/>
          </a:xfrm>
          <a:custGeom>
            <a:avLst/>
            <a:gdLst/>
            <a:ahLst/>
            <a:cxnLst>
              <a:cxn ang="0">
                <a:pos x="0" y="32"/>
              </a:cxn>
              <a:cxn ang="0">
                <a:pos x="280" y="144"/>
              </a:cxn>
              <a:cxn ang="0">
                <a:pos x="448" y="16"/>
              </a:cxn>
              <a:cxn ang="0">
                <a:pos x="560" y="240"/>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7411"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defRPr>
            </a:lvl1pPr>
          </a:lstStyle>
          <a:p>
            <a:r>
              <a:rPr lang="zh-CN" altLang="en-US"/>
              <a:t>单击此处编辑母版标题样式</a:t>
            </a:r>
            <a:endParaRPr lang="zh-CN" altLang="en-US"/>
          </a:p>
        </p:txBody>
      </p:sp>
      <p:sp>
        <p:nvSpPr>
          <p:cNvPr id="17412"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r>
              <a:rPr lang="zh-CN" altLang="en-US"/>
              <a:t>单击此处编辑母版副标题样式</a:t>
            </a:r>
            <a:endParaRPr lang="zh-CN" altLang="en-US"/>
          </a:p>
        </p:txBody>
      </p:sp>
      <p:sp>
        <p:nvSpPr>
          <p:cNvPr id="76" name="Rectangle 5"/>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7" name="Rectangle 6"/>
          <p:cNvSpPr>
            <a:spLocks noGrp="1" noChangeArrowheads="1"/>
          </p:cNvSpPr>
          <p:nvPr>
            <p:ph type="ftr" sz="quarter" idx="3"/>
          </p:nvPr>
        </p:nvSpPr>
        <p:spPr bwMode="auto">
          <a:xfrm>
            <a:off x="2133600" y="6248400"/>
            <a:ext cx="5257800" cy="457200"/>
          </a:xfrm>
          <a:prstGeom prst="rect">
            <a:avLst/>
          </a:prstGeom>
          <a:ln>
            <a:miter lim="800000"/>
          </a:ln>
        </p:spPr>
        <p:txBody>
          <a:bodyPr vert="horz" wrap="square" lIns="91440" tIns="45720" rIns="91440" bIns="45720" numCol="1" anchor="t" anchorCtr="0" compatLnSpc="1"/>
          <a:lstStyle>
            <a:lvl1pPr>
              <a:defRPr b="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t>软件工程 第二章 系统工程</a:t>
            </a: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8" name="Rectangle 7"/>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3" name="Rectangle 5"/>
          <p:cNvSpPr>
            <a:spLocks noGrp="1" noChangeArrowheads="1"/>
          </p:cNvSpPr>
          <p:nvPr>
            <p:ph type="dt" sz="half" idx="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a:t>
            </a:r>
            <a:r>
              <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 </a:t>
            </a: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第二章</a:t>
            </a:r>
            <a:r>
              <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 </a:t>
            </a: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系统工程</a:t>
            </a:r>
            <a:endPar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3" name="Rectangle 5"/>
          <p:cNvSpPr>
            <a:spLocks noGrp="1" noChangeArrowheads="1"/>
          </p:cNvSpPr>
          <p:nvPr>
            <p:ph type="dt" sz="half" idx="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371600"/>
            <a:ext cx="38862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419600" y="1371600"/>
            <a:ext cx="38862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3" name="Rectangle 5"/>
          <p:cNvSpPr>
            <a:spLocks noGrp="1" noChangeArrowheads="1"/>
          </p:cNvSpPr>
          <p:nvPr>
            <p:ph type="dt" sz="half" idx="1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3" name="Rectangle 5"/>
          <p:cNvSpPr>
            <a:spLocks noGrp="1" noChangeArrowheads="1"/>
          </p:cNvSpPr>
          <p:nvPr>
            <p:ph type="dt" sz="half" idx="1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1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1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3" name="Rectangle 5"/>
          <p:cNvSpPr>
            <a:spLocks noGrp="1" noChangeArrowheads="1"/>
          </p:cNvSpPr>
          <p:nvPr>
            <p:ph type="dt" sz="half" idx="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53" name="Rectangle 5"/>
          <p:cNvSpPr>
            <a:spLocks noGrp="1" noChangeArrowheads="1"/>
          </p:cNvSpPr>
          <p:nvPr>
            <p:ph type="dt" sz="half" idx="2"/>
          </p:nvPr>
        </p:nvSpPr>
        <p:spPr bwMode="auto">
          <a:xfrm>
            <a:off x="13716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4" name="Rectangle 6"/>
          <p:cNvSpPr>
            <a:spLocks noGrp="1" noChangeArrowheads="1"/>
          </p:cNvSpPr>
          <p:nvPr>
            <p:ph type="ftr" sz="quarter" idx="3"/>
          </p:nvPr>
        </p:nvSpPr>
        <p:spPr bwMode="auto">
          <a:xfrm>
            <a:off x="1828800" y="6248400"/>
            <a:ext cx="54102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55" name="Rectangle 7"/>
          <p:cNvSpPr>
            <a:spLocks noGrp="1" noChangeArrowheads="1"/>
          </p:cNvSpPr>
          <p:nvPr>
            <p:ph type="sldNum" sz="quarter" idx="4"/>
          </p:nvPr>
        </p:nvSpPr>
        <p:spPr bwMode="auto">
          <a:xfrm>
            <a:off x="6718300" y="6248400"/>
            <a:ext cx="1905000" cy="45720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en-US" altLang="zh-CN" dirty="0"/>
            </a:fld>
            <a:endParaRPr lang="en-US" altLang="zh-CN"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152400"/>
            <a:ext cx="2076450" cy="5943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152400"/>
            <a:ext cx="6076950" cy="5943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386" name="Freeform 2"/>
          <p:cNvSpPr/>
          <p:nvPr/>
        </p:nvSpPr>
        <p:spPr bwMode="auto">
          <a:xfrm rot="-3172564">
            <a:off x="7777956" y="-15081"/>
            <a:ext cx="1162050" cy="2084388"/>
          </a:xfrm>
          <a:custGeom>
            <a:avLst/>
            <a:gdLst/>
            <a:ahLst/>
            <a:cxnLst>
              <a:cxn ang="0">
                <a:pos x="2903" y="433"/>
              </a:cxn>
              <a:cxn ang="0">
                <a:pos x="2565" y="80"/>
              </a:cxn>
              <a:cxn ang="0">
                <a:pos x="2241" y="0"/>
              </a:cxn>
              <a:cxn ang="0">
                <a:pos x="110" y="2811"/>
              </a:cxn>
              <a:cxn ang="0">
                <a:pos x="110" y="3228"/>
              </a:cxn>
              <a:cxn ang="0">
                <a:pos x="0" y="3631"/>
              </a:cxn>
              <a:cxn ang="0">
                <a:pos x="72" y="3686"/>
              </a:cxn>
              <a:cxn ang="0">
                <a:pos x="441" y="3355"/>
              </a:cxn>
              <a:cxn ang="0">
                <a:pos x="740" y="3228"/>
              </a:cxn>
              <a:cxn ang="0">
                <a:pos x="2903" y="433"/>
              </a:cxn>
              <a:cxn ang="0">
                <a:pos x="2903" y="433"/>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87" name="Rectangle 3"/>
          <p:cNvSpPr>
            <a:spLocks noGrp="1" noChangeArrowheads="1"/>
          </p:cNvSpPr>
          <p:nvPr>
            <p:ph type="title"/>
          </p:nvPr>
        </p:nvSpPr>
        <p:spPr bwMode="auto">
          <a:xfrm>
            <a:off x="457200" y="152400"/>
            <a:ext cx="8229600" cy="762000"/>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2052" name="Rectangle 4"/>
          <p:cNvSpPr>
            <a:spLocks noGrp="1"/>
          </p:cNvSpPr>
          <p:nvPr>
            <p:ph type="body" idx="1"/>
          </p:nvPr>
        </p:nvSpPr>
        <p:spPr>
          <a:xfrm>
            <a:off x="381000" y="1371600"/>
            <a:ext cx="79248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389" name="Rectangle 5"/>
          <p:cNvSpPr>
            <a:spLocks noGrp="1" noChangeArrowheads="1"/>
          </p:cNvSpPr>
          <p:nvPr>
            <p:ph type="dt" sz="half" idx="2"/>
          </p:nvPr>
        </p:nvSpPr>
        <p:spPr bwMode="auto">
          <a:xfrm>
            <a:off x="1371600" y="6248400"/>
            <a:ext cx="1905000" cy="457200"/>
          </a:xfrm>
          <a:prstGeom prst="rect">
            <a:avLst/>
          </a:prstGeom>
          <a:noFill/>
          <a:ln w="9525">
            <a:noFill/>
            <a:miter lim="800000"/>
          </a:ln>
        </p:spPr>
        <p:txBody>
          <a:bodyPr vert="horz" wrap="square" lIns="91440" tIns="45720" rIns="91440" bIns="45720" numCol="1" anchor="t" anchorCtr="0" compatLnSpc="1"/>
          <a:lstStyle>
            <a:lvl1pPr>
              <a:defRPr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0" name="Rectangle 6"/>
          <p:cNvSpPr>
            <a:spLocks noGrp="1" noChangeArrowheads="1"/>
          </p:cNvSpPr>
          <p:nvPr>
            <p:ph type="ftr" sz="quarter" idx="3"/>
          </p:nvPr>
        </p:nvSpPr>
        <p:spPr bwMode="auto">
          <a:xfrm>
            <a:off x="1828800" y="6248400"/>
            <a:ext cx="5410200" cy="457200"/>
          </a:xfrm>
          <a:prstGeom prst="rect">
            <a:avLst/>
          </a:prstGeom>
          <a:noFill/>
          <a:ln w="9525">
            <a:noFill/>
            <a:miter lim="800000"/>
          </a:ln>
        </p:spPr>
        <p:txBody>
          <a:bodyPr vert="horz" wrap="square" lIns="91440" tIns="45720" rIns="91440" bIns="45720" numCol="1" anchor="t" anchorCtr="0" compatLnSpc="1"/>
          <a:lstStyle>
            <a:lvl1pPr algn="ctr">
              <a:defRPr sz="1400">
                <a:ea typeface="仿宋_GB2312" pitchFamily="49"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16391" name="Rectangle 7"/>
          <p:cNvSpPr>
            <a:spLocks noGrp="1" noChangeArrowheads="1"/>
          </p:cNvSpPr>
          <p:nvPr>
            <p:ph type="sldNum" sz="quarter" idx="4"/>
          </p:nvPr>
        </p:nvSpPr>
        <p:spPr bwMode="auto">
          <a:xfrm>
            <a:off x="6718300" y="6248400"/>
            <a:ext cx="1905000" cy="457200"/>
          </a:xfrm>
          <a:prstGeom prst="rect">
            <a:avLst/>
          </a:prstGeom>
          <a:noFill/>
          <a:ln w="9525">
            <a:noFill/>
            <a:miter lim="800000"/>
          </a:ln>
        </p:spPr>
        <p:txBody>
          <a:bodyPr vert="horz" wrap="square" lIns="91440" tIns="45720" rIns="91440" bIns="45720" numCol="1" anchor="t" anchorCtr="0" compatLnSpc="1"/>
          <a:lstStyle>
            <a:lvl1pPr algn="r">
              <a:defRPr sz="1400" b="0"/>
            </a:lvl1pPr>
          </a:lstStyle>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
        <p:nvSpPr>
          <p:cNvPr id="16392" name="Freeform 8"/>
          <p:cNvSpPr/>
          <p:nvPr/>
        </p:nvSpPr>
        <p:spPr bwMode="auto">
          <a:xfrm rot="-3172564">
            <a:off x="7865269" y="24606"/>
            <a:ext cx="1165225" cy="2097088"/>
          </a:xfrm>
          <a:custGeom>
            <a:avLst/>
            <a:gdLst/>
            <a:ahLst/>
            <a:cxnLst>
              <a:cxn ang="0">
                <a:pos x="2293" y="0"/>
              </a:cxn>
              <a:cxn ang="0">
                <a:pos x="130" y="2835"/>
              </a:cxn>
              <a:cxn ang="0">
                <a:pos x="131" y="3201"/>
              </a:cxn>
              <a:cxn ang="0">
                <a:pos x="0" y="3633"/>
              </a:cxn>
              <a:cxn ang="0">
                <a:pos x="50" y="3703"/>
              </a:cxn>
              <a:cxn ang="0">
                <a:pos x="422" y="3352"/>
              </a:cxn>
              <a:cxn ang="0">
                <a:pos x="763" y="3220"/>
              </a:cxn>
              <a:cxn ang="0">
                <a:pos x="2911" y="428"/>
              </a:cxn>
              <a:cxn ang="0">
                <a:pos x="2589" y="96"/>
              </a:cxn>
              <a:cxn ang="0">
                <a:pos x="2293" y="0"/>
              </a:cxn>
              <a:cxn ang="0">
                <a:pos x="2293" y="0"/>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chemeClr val="fo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3" name="Freeform 9"/>
          <p:cNvSpPr/>
          <p:nvPr/>
        </p:nvSpPr>
        <p:spPr bwMode="auto">
          <a:xfrm rot="-3172564">
            <a:off x="7831138" y="192088"/>
            <a:ext cx="1025525" cy="1571625"/>
          </a:xfrm>
          <a:custGeom>
            <a:avLst/>
            <a:gdLst/>
            <a:ahLst/>
            <a:cxnLst>
              <a:cxn ang="0">
                <a:pos x="0" y="2485"/>
              </a:cxn>
              <a:cxn ang="0">
                <a:pos x="432" y="2553"/>
              </a:cxn>
              <a:cxn ang="0">
                <a:pos x="736" y="2777"/>
              </a:cxn>
              <a:cxn ang="0">
                <a:pos x="2561" y="399"/>
              </a:cxn>
              <a:cxn ang="0">
                <a:pos x="2118" y="82"/>
              </a:cxn>
              <a:cxn ang="0">
                <a:pos x="1898" y="0"/>
              </a:cxn>
              <a:cxn ang="0">
                <a:pos x="0" y="2485"/>
              </a:cxn>
              <a:cxn ang="0">
                <a:pos x="0" y="2485"/>
              </a:cxn>
            </a:cxnLst>
            <a:rect l="0" t="0" r="r" b="b"/>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2058" name="Group 10"/>
          <p:cNvGrpSpPr/>
          <p:nvPr/>
        </p:nvGrpSpPr>
        <p:grpSpPr>
          <a:xfrm>
            <a:off x="7938" y="5540375"/>
            <a:ext cx="1784350" cy="1246188"/>
            <a:chOff x="5" y="3490"/>
            <a:chExt cx="1124" cy="785"/>
          </a:xfrm>
        </p:grpSpPr>
        <p:sp>
          <p:nvSpPr>
            <p:cNvPr id="16395" name="Freeform 11"/>
            <p:cNvSpPr/>
            <p:nvPr/>
          </p:nvSpPr>
          <p:spPr bwMode="auto">
            <a:xfrm>
              <a:off x="24" y="3505"/>
              <a:ext cx="1089" cy="649"/>
            </a:xfrm>
            <a:custGeom>
              <a:avLst/>
              <a:gdLst/>
              <a:ahLst/>
              <a:cxnLst>
                <a:cxn ang="0">
                  <a:pos x="1587" y="1260"/>
                </a:cxn>
                <a:cxn ang="0">
                  <a:pos x="1420" y="1106"/>
                </a:cxn>
                <a:cxn ang="0">
                  <a:pos x="1331" y="477"/>
                </a:cxn>
                <a:cxn ang="0">
                  <a:pos x="2139" y="330"/>
                </a:cxn>
                <a:cxn ang="0">
                  <a:pos x="2177" y="203"/>
                </a:cxn>
                <a:cxn ang="0">
                  <a:pos x="2099" y="100"/>
                </a:cxn>
                <a:cxn ang="0">
                  <a:pos x="1276" y="211"/>
                </a:cxn>
                <a:cxn ang="0">
                  <a:pos x="1219" y="32"/>
                </a:cxn>
                <a:cxn ang="0">
                  <a:pos x="1085" y="0"/>
                </a:cxn>
                <a:cxn ang="0">
                  <a:pos x="958" y="28"/>
                </a:cxn>
                <a:cxn ang="0">
                  <a:pos x="888" y="106"/>
                </a:cxn>
                <a:cxn ang="0">
                  <a:pos x="937" y="285"/>
                </a:cxn>
                <a:cxn ang="0">
                  <a:pos x="660" y="441"/>
                </a:cxn>
                <a:cxn ang="0">
                  <a:pos x="983" y="473"/>
                </a:cxn>
                <a:cxn ang="0">
                  <a:pos x="1112" y="889"/>
                </a:cxn>
                <a:cxn ang="0">
                  <a:pos x="141" y="469"/>
                </a:cxn>
                <a:cxn ang="0">
                  <a:pos x="46" y="509"/>
                </a:cxn>
                <a:cxn ang="0">
                  <a:pos x="0" y="636"/>
                </a:cxn>
                <a:cxn ang="0">
                  <a:pos x="55" y="779"/>
                </a:cxn>
                <a:cxn ang="0">
                  <a:pos x="1139" y="1288"/>
                </a:cxn>
                <a:cxn ang="0">
                  <a:pos x="1378" y="1256"/>
                </a:cxn>
                <a:cxn ang="0">
                  <a:pos x="1570" y="1298"/>
                </a:cxn>
                <a:cxn ang="0">
                  <a:pos x="1587" y="1260"/>
                </a:cxn>
                <a:cxn ang="0">
                  <a:pos x="1587" y="1260"/>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6" name="Freeform 12"/>
            <p:cNvSpPr/>
            <p:nvPr/>
          </p:nvSpPr>
          <p:spPr bwMode="auto">
            <a:xfrm>
              <a:off x="1022" y="3582"/>
              <a:ext cx="71" cy="129"/>
            </a:xfrm>
            <a:custGeom>
              <a:avLst/>
              <a:gdLst/>
              <a:ahLst/>
              <a:cxnLst>
                <a:cxn ang="0">
                  <a:pos x="0" y="7"/>
                </a:cxn>
                <a:cxn ang="0">
                  <a:pos x="120" y="0"/>
                </a:cxn>
                <a:cxn ang="0">
                  <a:pos x="143" y="233"/>
                </a:cxn>
                <a:cxn ang="0">
                  <a:pos x="8" y="258"/>
                </a:cxn>
                <a:cxn ang="0">
                  <a:pos x="0" y="7"/>
                </a:cxn>
                <a:cxn ang="0">
                  <a:pos x="0" y="7"/>
                </a:cxn>
              </a:cxnLst>
              <a:rect l="0" t="0" r="r" b="b"/>
              <a:pathLst>
                <a:path w="143" h="258">
                  <a:moveTo>
                    <a:pt x="0" y="7"/>
                  </a:moveTo>
                  <a:lnTo>
                    <a:pt x="120" y="0"/>
                  </a:lnTo>
                  <a:lnTo>
                    <a:pt x="143" y="233"/>
                  </a:lnTo>
                  <a:lnTo>
                    <a:pt x="8" y="258"/>
                  </a:lnTo>
                  <a:lnTo>
                    <a:pt x="0" y="7"/>
                  </a:lnTo>
                  <a:lnTo>
                    <a:pt x="0" y="7"/>
                  </a:lnTo>
                  <a:close/>
                </a:path>
              </a:pathLst>
            </a:custGeom>
            <a:solidFill>
              <a:schemeClr val="accent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7" name="Freeform 13"/>
            <p:cNvSpPr/>
            <p:nvPr/>
          </p:nvSpPr>
          <p:spPr bwMode="auto">
            <a:xfrm>
              <a:off x="20" y="3774"/>
              <a:ext cx="792" cy="410"/>
            </a:xfrm>
            <a:custGeom>
              <a:avLst/>
              <a:gdLst/>
              <a:ahLst/>
              <a:cxnLst>
                <a:cxn ang="0">
                  <a:pos x="137" y="0"/>
                </a:cxn>
                <a:cxn ang="0">
                  <a:pos x="1331" y="519"/>
                </a:cxn>
                <a:cxn ang="0">
                  <a:pos x="1428" y="638"/>
                </a:cxn>
                <a:cxn ang="0">
                  <a:pos x="1586" y="792"/>
                </a:cxn>
                <a:cxn ang="0">
                  <a:pos x="1565" y="821"/>
                </a:cxn>
                <a:cxn ang="0">
                  <a:pos x="1350" y="787"/>
                </a:cxn>
                <a:cxn ang="0">
                  <a:pos x="1145" y="811"/>
                </a:cxn>
                <a:cxn ang="0">
                  <a:pos x="42" y="298"/>
                </a:cxn>
                <a:cxn ang="0">
                  <a:pos x="0" y="150"/>
                </a:cxn>
                <a:cxn ang="0">
                  <a:pos x="46" y="32"/>
                </a:cxn>
                <a:cxn ang="0">
                  <a:pos x="137" y="0"/>
                </a:cxn>
                <a:cxn ang="0">
                  <a:pos x="137" y="0"/>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8" name="Freeform 14"/>
            <p:cNvSpPr/>
            <p:nvPr/>
          </p:nvSpPr>
          <p:spPr bwMode="auto">
            <a:xfrm>
              <a:off x="129" y="3808"/>
              <a:ext cx="525" cy="374"/>
            </a:xfrm>
            <a:custGeom>
              <a:avLst/>
              <a:gdLst/>
              <a:ahLst/>
              <a:cxnLst>
                <a:cxn ang="0">
                  <a:pos x="0" y="325"/>
                </a:cxn>
                <a:cxn ang="0">
                  <a:pos x="922" y="747"/>
                </a:cxn>
                <a:cxn ang="0">
                  <a:pos x="939" y="534"/>
                </a:cxn>
                <a:cxn ang="0">
                  <a:pos x="1049" y="422"/>
                </a:cxn>
                <a:cxn ang="0">
                  <a:pos x="78" y="0"/>
                </a:cxn>
                <a:cxn ang="0">
                  <a:pos x="0" y="127"/>
                </a:cxn>
                <a:cxn ang="0">
                  <a:pos x="0" y="325"/>
                </a:cxn>
                <a:cxn ang="0">
                  <a:pos x="0" y="32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9" name="Freeform 15"/>
            <p:cNvSpPr/>
            <p:nvPr/>
          </p:nvSpPr>
          <p:spPr bwMode="auto">
            <a:xfrm>
              <a:off x="485" y="3532"/>
              <a:ext cx="135" cy="121"/>
            </a:xfrm>
            <a:custGeom>
              <a:avLst/>
              <a:gdLst/>
              <a:ahLst/>
              <a:cxnLst>
                <a:cxn ang="0">
                  <a:pos x="0" y="28"/>
                </a:cxn>
                <a:cxn ang="0">
                  <a:pos x="160" y="0"/>
                </a:cxn>
                <a:cxn ang="0">
                  <a:pos x="251" y="36"/>
                </a:cxn>
                <a:cxn ang="0">
                  <a:pos x="272" y="139"/>
                </a:cxn>
                <a:cxn ang="0">
                  <a:pos x="164" y="146"/>
                </a:cxn>
                <a:cxn ang="0">
                  <a:pos x="32" y="241"/>
                </a:cxn>
                <a:cxn ang="0">
                  <a:pos x="0" y="28"/>
                </a:cxn>
                <a:cxn ang="0">
                  <a:pos x="0" y="28"/>
                </a:cxn>
              </a:cxnLst>
              <a:rect l="0" t="0" r="r" b="b"/>
              <a:pathLst>
                <a:path w="272" h="241">
                  <a:moveTo>
                    <a:pt x="0" y="28"/>
                  </a:moveTo>
                  <a:lnTo>
                    <a:pt x="160" y="0"/>
                  </a:lnTo>
                  <a:lnTo>
                    <a:pt x="251" y="36"/>
                  </a:lnTo>
                  <a:lnTo>
                    <a:pt x="272" y="139"/>
                  </a:lnTo>
                  <a:lnTo>
                    <a:pt x="164" y="146"/>
                  </a:lnTo>
                  <a:lnTo>
                    <a:pt x="32" y="241"/>
                  </a:lnTo>
                  <a:lnTo>
                    <a:pt x="0" y="28"/>
                  </a:lnTo>
                  <a:lnTo>
                    <a:pt x="0" y="28"/>
                  </a:lnTo>
                  <a:close/>
                </a:path>
              </a:pathLst>
            </a:custGeom>
            <a:solidFill>
              <a:schemeClr va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0" name="Freeform 16"/>
            <p:cNvSpPr/>
            <p:nvPr/>
          </p:nvSpPr>
          <p:spPr bwMode="auto">
            <a:xfrm>
              <a:off x="641" y="4163"/>
              <a:ext cx="76" cy="112"/>
            </a:xfrm>
            <a:custGeom>
              <a:avLst/>
              <a:gdLst/>
              <a:ahLst/>
              <a:cxnLst>
                <a:cxn ang="0">
                  <a:pos x="152" y="4"/>
                </a:cxn>
                <a:cxn ang="0">
                  <a:pos x="152" y="224"/>
                </a:cxn>
                <a:cxn ang="0">
                  <a:pos x="0" y="8"/>
                </a:cxn>
                <a:cxn ang="0">
                  <a:pos x="72" y="0"/>
                </a:cxn>
                <a:cxn ang="0">
                  <a:pos x="152" y="4"/>
                </a:cxn>
                <a:cxn ang="0">
                  <a:pos x="152" y="4"/>
                </a:cxn>
              </a:cxnLst>
              <a:rect l="0" t="0" r="r" b="b"/>
              <a:pathLst>
                <a:path w="152" h="224">
                  <a:moveTo>
                    <a:pt x="152" y="4"/>
                  </a:moveTo>
                  <a:lnTo>
                    <a:pt x="152" y="224"/>
                  </a:lnTo>
                  <a:lnTo>
                    <a:pt x="0" y="8"/>
                  </a:lnTo>
                  <a:lnTo>
                    <a:pt x="72" y="0"/>
                  </a:lnTo>
                  <a:lnTo>
                    <a:pt x="152" y="4"/>
                  </a:lnTo>
                  <a:lnTo>
                    <a:pt x="152" y="4"/>
                  </a:lnTo>
                  <a:close/>
                </a:path>
              </a:pathLst>
            </a:custGeom>
            <a:solidFill>
              <a:schemeClr va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1" name="Freeform 17"/>
            <p:cNvSpPr/>
            <p:nvPr/>
          </p:nvSpPr>
          <p:spPr bwMode="auto">
            <a:xfrm>
              <a:off x="504" y="3607"/>
              <a:ext cx="193" cy="383"/>
            </a:xfrm>
            <a:custGeom>
              <a:avLst/>
              <a:gdLst/>
              <a:ahLst/>
              <a:cxnLst>
                <a:cxn ang="0">
                  <a:pos x="0" y="80"/>
                </a:cxn>
                <a:cxn ang="0">
                  <a:pos x="87" y="0"/>
                </a:cxn>
                <a:cxn ang="0">
                  <a:pos x="232" y="6"/>
                </a:cxn>
                <a:cxn ang="0">
                  <a:pos x="386" y="764"/>
                </a:cxn>
                <a:cxn ang="0">
                  <a:pos x="279" y="720"/>
                </a:cxn>
                <a:cxn ang="0">
                  <a:pos x="152" y="677"/>
                </a:cxn>
                <a:cxn ang="0">
                  <a:pos x="0" y="80"/>
                </a:cxn>
                <a:cxn ang="0">
                  <a:pos x="0" y="80"/>
                </a:cxn>
              </a:cxnLst>
              <a:rect l="0" t="0" r="r" b="b"/>
              <a:pathLst>
                <a:path w="386" h="764">
                  <a:moveTo>
                    <a:pt x="0" y="80"/>
                  </a:moveTo>
                  <a:lnTo>
                    <a:pt x="87" y="0"/>
                  </a:lnTo>
                  <a:lnTo>
                    <a:pt x="232" y="6"/>
                  </a:lnTo>
                  <a:lnTo>
                    <a:pt x="386" y="764"/>
                  </a:lnTo>
                  <a:lnTo>
                    <a:pt x="279" y="720"/>
                  </a:lnTo>
                  <a:lnTo>
                    <a:pt x="152" y="677"/>
                  </a:lnTo>
                  <a:lnTo>
                    <a:pt x="0" y="80"/>
                  </a:lnTo>
                  <a:lnTo>
                    <a:pt x="0" y="80"/>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2" name="Freeform 18"/>
            <p:cNvSpPr/>
            <p:nvPr/>
          </p:nvSpPr>
          <p:spPr bwMode="auto">
            <a:xfrm>
              <a:off x="668" y="3590"/>
              <a:ext cx="364" cy="174"/>
            </a:xfrm>
            <a:custGeom>
              <a:avLst/>
              <a:gdLst/>
              <a:ahLst/>
              <a:cxnLst>
                <a:cxn ang="0">
                  <a:pos x="692" y="0"/>
                </a:cxn>
                <a:cxn ang="0">
                  <a:pos x="0" y="106"/>
                </a:cxn>
                <a:cxn ang="0">
                  <a:pos x="28" y="348"/>
                </a:cxn>
                <a:cxn ang="0">
                  <a:pos x="715" y="237"/>
                </a:cxn>
                <a:cxn ang="0">
                  <a:pos x="728" y="43"/>
                </a:cxn>
                <a:cxn ang="0">
                  <a:pos x="692" y="0"/>
                </a:cxn>
                <a:cxn ang="0">
                  <a:pos x="692" y="0"/>
                </a:cxn>
              </a:cxnLst>
              <a:rect l="0" t="0" r="r" b="b"/>
              <a:pathLst>
                <a:path w="728" h="348">
                  <a:moveTo>
                    <a:pt x="692" y="0"/>
                  </a:moveTo>
                  <a:lnTo>
                    <a:pt x="0" y="106"/>
                  </a:lnTo>
                  <a:lnTo>
                    <a:pt x="28" y="348"/>
                  </a:lnTo>
                  <a:lnTo>
                    <a:pt x="715" y="237"/>
                  </a:lnTo>
                  <a:lnTo>
                    <a:pt x="728" y="43"/>
                  </a:lnTo>
                  <a:lnTo>
                    <a:pt x="692" y="0"/>
                  </a:lnTo>
                  <a:lnTo>
                    <a:pt x="692" y="0"/>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3" name="Freeform 19"/>
            <p:cNvSpPr/>
            <p:nvPr/>
          </p:nvSpPr>
          <p:spPr bwMode="auto">
            <a:xfrm>
              <a:off x="347" y="3693"/>
              <a:ext cx="156" cy="67"/>
            </a:xfrm>
            <a:custGeom>
              <a:avLst/>
              <a:gdLst/>
              <a:ahLst/>
              <a:cxnLst>
                <a:cxn ang="0">
                  <a:pos x="272" y="0"/>
                </a:cxn>
                <a:cxn ang="0">
                  <a:pos x="0" y="78"/>
                </a:cxn>
                <a:cxn ang="0">
                  <a:pos x="312" y="135"/>
                </a:cxn>
                <a:cxn ang="0">
                  <a:pos x="272" y="0"/>
                </a:cxn>
                <a:cxn ang="0">
                  <a:pos x="272" y="0"/>
                </a:cxn>
              </a:cxnLst>
              <a:rect l="0" t="0" r="r" b="b"/>
              <a:pathLst>
                <a:path w="312" h="135">
                  <a:moveTo>
                    <a:pt x="272" y="0"/>
                  </a:moveTo>
                  <a:lnTo>
                    <a:pt x="0" y="78"/>
                  </a:lnTo>
                  <a:lnTo>
                    <a:pt x="312" y="135"/>
                  </a:lnTo>
                  <a:lnTo>
                    <a:pt x="272" y="0"/>
                  </a:lnTo>
                  <a:lnTo>
                    <a:pt x="272" y="0"/>
                  </a:lnTo>
                  <a:close/>
                </a:path>
              </a:pathLst>
            </a:custGeom>
            <a:solidFill>
              <a:schemeClr val="accent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2084" name="Group 20"/>
            <p:cNvGrpSpPr/>
            <p:nvPr userDrawn="1"/>
          </p:nvGrpSpPr>
          <p:grpSpPr>
            <a:xfrm>
              <a:off x="5" y="3490"/>
              <a:ext cx="1124" cy="780"/>
              <a:chOff x="5" y="3490"/>
              <a:chExt cx="1124" cy="780"/>
            </a:xfrm>
          </p:grpSpPr>
          <p:grpSp>
            <p:nvGrpSpPr>
              <p:cNvPr id="2085" name="Group 21"/>
              <p:cNvGrpSpPr/>
              <p:nvPr userDrawn="1"/>
            </p:nvGrpSpPr>
            <p:grpSpPr>
              <a:xfrm>
                <a:off x="499" y="3562"/>
                <a:ext cx="548" cy="708"/>
                <a:chOff x="499" y="3562"/>
                <a:chExt cx="548" cy="708"/>
              </a:xfrm>
            </p:grpSpPr>
            <p:sp>
              <p:nvSpPr>
                <p:cNvPr id="16406" name="Freeform 22"/>
                <p:cNvSpPr/>
                <p:nvPr/>
              </p:nvSpPr>
              <p:spPr bwMode="auto">
                <a:xfrm>
                  <a:off x="499" y="3587"/>
                  <a:ext cx="157" cy="87"/>
                </a:xfrm>
                <a:custGeom>
                  <a:avLst/>
                  <a:gdLst/>
                  <a:ahLst/>
                  <a:cxnLst>
                    <a:cxn ang="0">
                      <a:pos x="0" y="107"/>
                    </a:cxn>
                    <a:cxn ang="0">
                      <a:pos x="114" y="10"/>
                    </a:cxn>
                    <a:cxn ang="0">
                      <a:pos x="213" y="0"/>
                    </a:cxn>
                    <a:cxn ang="0">
                      <a:pos x="292" y="27"/>
                    </a:cxn>
                    <a:cxn ang="0">
                      <a:pos x="313" y="91"/>
                    </a:cxn>
                    <a:cxn ang="0">
                      <a:pos x="167" y="67"/>
                    </a:cxn>
                    <a:cxn ang="0">
                      <a:pos x="74" y="101"/>
                    </a:cxn>
                    <a:cxn ang="0">
                      <a:pos x="13" y="175"/>
                    </a:cxn>
                    <a:cxn ang="0">
                      <a:pos x="0" y="107"/>
                    </a:cxn>
                    <a:cxn ang="0">
                      <a:pos x="0" y="107"/>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7" name="Freeform 23"/>
                <p:cNvSpPr/>
                <p:nvPr/>
              </p:nvSpPr>
              <p:spPr bwMode="auto">
                <a:xfrm>
                  <a:off x="636" y="4137"/>
                  <a:ext cx="115" cy="133"/>
                </a:xfrm>
                <a:custGeom>
                  <a:avLst/>
                  <a:gdLst/>
                  <a:ahLst/>
                  <a:cxnLst>
                    <a:cxn ang="0">
                      <a:pos x="0" y="40"/>
                    </a:cxn>
                    <a:cxn ang="0">
                      <a:pos x="160" y="266"/>
                    </a:cxn>
                    <a:cxn ang="0">
                      <a:pos x="230" y="251"/>
                    </a:cxn>
                    <a:cxn ang="0">
                      <a:pos x="223" y="17"/>
                    </a:cxn>
                    <a:cxn ang="0">
                      <a:pos x="166" y="0"/>
                    </a:cxn>
                    <a:cxn ang="0">
                      <a:pos x="179" y="197"/>
                    </a:cxn>
                    <a:cxn ang="0">
                      <a:pos x="71" y="4"/>
                    </a:cxn>
                    <a:cxn ang="0">
                      <a:pos x="0" y="40"/>
                    </a:cxn>
                    <a:cxn ang="0">
                      <a:pos x="0" y="40"/>
                    </a:cxn>
                  </a:cxnLst>
                  <a:rect l="0" t="0" r="r" b="b"/>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8" name="Freeform 24"/>
                <p:cNvSpPr/>
                <p:nvPr/>
              </p:nvSpPr>
              <p:spPr bwMode="auto">
                <a:xfrm>
                  <a:off x="1004" y="3562"/>
                  <a:ext cx="43" cy="117"/>
                </a:xfrm>
                <a:custGeom>
                  <a:avLst/>
                  <a:gdLst/>
                  <a:ahLst/>
                  <a:cxnLst>
                    <a:cxn ang="0">
                      <a:pos x="0" y="19"/>
                    </a:cxn>
                    <a:cxn ang="0">
                      <a:pos x="36" y="93"/>
                    </a:cxn>
                    <a:cxn ang="0">
                      <a:pos x="44" y="154"/>
                    </a:cxn>
                    <a:cxn ang="0">
                      <a:pos x="27" y="234"/>
                    </a:cxn>
                    <a:cxn ang="0">
                      <a:pos x="80" y="220"/>
                    </a:cxn>
                    <a:cxn ang="0">
                      <a:pos x="87" y="116"/>
                    </a:cxn>
                    <a:cxn ang="0">
                      <a:pos x="46" y="0"/>
                    </a:cxn>
                    <a:cxn ang="0">
                      <a:pos x="0" y="19"/>
                    </a:cxn>
                    <a:cxn ang="0">
                      <a:pos x="0" y="19"/>
                    </a:cxn>
                  </a:cxnLst>
                  <a:rect l="0" t="0" r="r" b="b"/>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sp>
            <p:nvSpPr>
              <p:cNvPr id="16409" name="Freeform 25"/>
              <p:cNvSpPr/>
              <p:nvPr/>
            </p:nvSpPr>
            <p:spPr bwMode="auto">
              <a:xfrm>
                <a:off x="76" y="3732"/>
                <a:ext cx="595" cy="250"/>
              </a:xfrm>
              <a:custGeom>
                <a:avLst/>
                <a:gdLst/>
                <a:ahLst/>
                <a:cxnLst>
                  <a:cxn ang="0">
                    <a:pos x="100" y="0"/>
                  </a:cxn>
                  <a:cxn ang="0">
                    <a:pos x="1190" y="490"/>
                  </a:cxn>
                  <a:cxn ang="0">
                    <a:pos x="1076" y="500"/>
                  </a:cxn>
                  <a:cxn ang="0">
                    <a:pos x="0" y="27"/>
                  </a:cxn>
                  <a:cxn ang="0">
                    <a:pos x="100" y="0"/>
                  </a:cxn>
                  <a:cxn ang="0">
                    <a:pos x="100" y="0"/>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0" name="Freeform 26"/>
              <p:cNvSpPr/>
              <p:nvPr/>
            </p:nvSpPr>
            <p:spPr bwMode="auto">
              <a:xfrm>
                <a:off x="260" y="3886"/>
                <a:ext cx="244" cy="148"/>
              </a:xfrm>
              <a:custGeom>
                <a:avLst/>
                <a:gdLst/>
                <a:ahLst/>
                <a:cxnLst>
                  <a:cxn ang="0">
                    <a:pos x="14" y="34"/>
                  </a:cxn>
                  <a:cxn ang="0">
                    <a:pos x="160" y="66"/>
                  </a:cxn>
                  <a:cxn ang="0">
                    <a:pos x="324" y="137"/>
                  </a:cxn>
                  <a:cxn ang="0">
                    <a:pos x="440" y="243"/>
                  </a:cxn>
                  <a:cxn ang="0">
                    <a:pos x="326" y="230"/>
                  </a:cxn>
                  <a:cxn ang="0">
                    <a:pos x="139" y="146"/>
                  </a:cxn>
                  <a:cxn ang="0">
                    <a:pos x="50" y="80"/>
                  </a:cxn>
                  <a:cxn ang="0">
                    <a:pos x="107" y="163"/>
                  </a:cxn>
                  <a:cxn ang="0">
                    <a:pos x="272" y="270"/>
                  </a:cxn>
                  <a:cxn ang="0">
                    <a:pos x="466" y="296"/>
                  </a:cxn>
                  <a:cxn ang="0">
                    <a:pos x="489" y="224"/>
                  </a:cxn>
                  <a:cxn ang="0">
                    <a:pos x="394" y="120"/>
                  </a:cxn>
                  <a:cxn ang="0">
                    <a:pos x="170" y="17"/>
                  </a:cxn>
                  <a:cxn ang="0">
                    <a:pos x="0" y="0"/>
                  </a:cxn>
                  <a:cxn ang="0">
                    <a:pos x="14" y="34"/>
                  </a:cxn>
                  <a:cxn ang="0">
                    <a:pos x="14" y="34"/>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1" name="Freeform 27"/>
              <p:cNvSpPr/>
              <p:nvPr/>
            </p:nvSpPr>
            <p:spPr bwMode="auto">
              <a:xfrm>
                <a:off x="565" y="3680"/>
                <a:ext cx="107" cy="238"/>
              </a:xfrm>
              <a:custGeom>
                <a:avLst/>
                <a:gdLst/>
                <a:ahLst/>
                <a:cxnLst>
                  <a:cxn ang="0">
                    <a:pos x="24" y="0"/>
                  </a:cxn>
                  <a:cxn ang="0">
                    <a:pos x="91" y="25"/>
                  </a:cxn>
                  <a:cxn ang="0">
                    <a:pos x="80" y="192"/>
                  </a:cxn>
                  <a:cxn ang="0">
                    <a:pos x="106" y="327"/>
                  </a:cxn>
                  <a:cxn ang="0">
                    <a:pos x="213" y="451"/>
                  </a:cxn>
                  <a:cxn ang="0">
                    <a:pos x="97" y="478"/>
                  </a:cxn>
                  <a:cxn ang="0">
                    <a:pos x="30" y="344"/>
                  </a:cxn>
                  <a:cxn ang="0">
                    <a:pos x="0" y="57"/>
                  </a:cxn>
                  <a:cxn ang="0">
                    <a:pos x="24" y="0"/>
                  </a:cxn>
                  <a:cxn ang="0">
                    <a:pos x="24" y="0"/>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2089" name="Group 28"/>
              <p:cNvGrpSpPr/>
              <p:nvPr userDrawn="1"/>
            </p:nvGrpSpPr>
            <p:grpSpPr>
              <a:xfrm>
                <a:off x="5" y="3490"/>
                <a:ext cx="1124" cy="678"/>
                <a:chOff x="5" y="3490"/>
                <a:chExt cx="1124" cy="678"/>
              </a:xfrm>
            </p:grpSpPr>
            <p:sp>
              <p:nvSpPr>
                <p:cNvPr id="16413" name="Freeform 29"/>
                <p:cNvSpPr/>
                <p:nvPr/>
              </p:nvSpPr>
              <p:spPr bwMode="auto">
                <a:xfrm>
                  <a:off x="669" y="4048"/>
                  <a:ext cx="75" cy="87"/>
                </a:xfrm>
                <a:custGeom>
                  <a:avLst/>
                  <a:gdLst/>
                  <a:ahLst/>
                  <a:cxnLst>
                    <a:cxn ang="0">
                      <a:pos x="110" y="0"/>
                    </a:cxn>
                    <a:cxn ang="0">
                      <a:pos x="40" y="66"/>
                    </a:cxn>
                    <a:cxn ang="0">
                      <a:pos x="0" y="173"/>
                    </a:cxn>
                    <a:cxn ang="0">
                      <a:pos x="80" y="160"/>
                    </a:cxn>
                    <a:cxn ang="0">
                      <a:pos x="103" y="84"/>
                    </a:cxn>
                    <a:cxn ang="0">
                      <a:pos x="150" y="27"/>
                    </a:cxn>
                    <a:cxn ang="0">
                      <a:pos x="110" y="0"/>
                    </a:cxn>
                    <a:cxn ang="0">
                      <a:pos x="110" y="0"/>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4" name="Freeform 30"/>
                <p:cNvSpPr/>
                <p:nvPr/>
              </p:nvSpPr>
              <p:spPr bwMode="auto">
                <a:xfrm>
                  <a:off x="5" y="3728"/>
                  <a:ext cx="842" cy="440"/>
                </a:xfrm>
                <a:custGeom>
                  <a:avLst/>
                  <a:gdLst/>
                  <a:ahLst/>
                  <a:cxnLst>
                    <a:cxn ang="0">
                      <a:pos x="156" y="0"/>
                    </a:cxn>
                    <a:cxn ang="0">
                      <a:pos x="63" y="52"/>
                    </a:cxn>
                    <a:cxn ang="0">
                      <a:pos x="0" y="208"/>
                    </a:cxn>
                    <a:cxn ang="0">
                      <a:pos x="67" y="358"/>
                    </a:cxn>
                    <a:cxn ang="0">
                      <a:pos x="1182" y="867"/>
                    </a:cxn>
                    <a:cxn ang="0">
                      <a:pos x="1422" y="835"/>
                    </a:cxn>
                    <a:cxn ang="0">
                      <a:pos x="1616" y="880"/>
                    </a:cxn>
                    <a:cxn ang="0">
                      <a:pos x="1684" y="808"/>
                    </a:cxn>
                    <a:cxn ang="0">
                      <a:pos x="1502" y="664"/>
                    </a:cxn>
                    <a:cxn ang="0">
                      <a:pos x="1428" y="512"/>
                    </a:cxn>
                    <a:cxn ang="0">
                      <a:pos x="1369" y="527"/>
                    </a:cxn>
                    <a:cxn ang="0">
                      <a:pos x="1439" y="664"/>
                    </a:cxn>
                    <a:cxn ang="0">
                      <a:pos x="1578" y="810"/>
                    </a:cxn>
                    <a:cxn ang="0">
                      <a:pos x="1413" y="787"/>
                    </a:cxn>
                    <a:cxn ang="0">
                      <a:pos x="1219" y="814"/>
                    </a:cxn>
                    <a:cxn ang="0">
                      <a:pos x="1255" y="650"/>
                    </a:cxn>
                    <a:cxn ang="0">
                      <a:pos x="1338" y="538"/>
                    </a:cxn>
                    <a:cxn ang="0">
                      <a:pos x="1241" y="552"/>
                    </a:cxn>
                    <a:cxn ang="0">
                      <a:pos x="1165" y="658"/>
                    </a:cxn>
                    <a:cxn ang="0">
                      <a:pos x="1139" y="791"/>
                    </a:cxn>
                    <a:cxn ang="0">
                      <a:pos x="107" y="310"/>
                    </a:cxn>
                    <a:cxn ang="0">
                      <a:pos x="80" y="215"/>
                    </a:cxn>
                    <a:cxn ang="0">
                      <a:pos x="103" y="95"/>
                    </a:cxn>
                    <a:cxn ang="0">
                      <a:pos x="217" y="0"/>
                    </a:cxn>
                    <a:cxn ang="0">
                      <a:pos x="156" y="0"/>
                    </a:cxn>
                    <a:cxn ang="0">
                      <a:pos x="156" y="0"/>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5" name="Freeform 31"/>
                <p:cNvSpPr/>
                <p:nvPr/>
              </p:nvSpPr>
              <p:spPr bwMode="auto">
                <a:xfrm>
                  <a:off x="106" y="3770"/>
                  <a:ext cx="80" cy="167"/>
                </a:xfrm>
                <a:custGeom>
                  <a:avLst/>
                  <a:gdLst/>
                  <a:ahLst/>
                  <a:cxnLst>
                    <a:cxn ang="0">
                      <a:pos x="116" y="0"/>
                    </a:cxn>
                    <a:cxn ang="0">
                      <a:pos x="19" y="106"/>
                    </a:cxn>
                    <a:cxn ang="0">
                      <a:pos x="0" y="230"/>
                    </a:cxn>
                    <a:cxn ang="0">
                      <a:pos x="33" y="314"/>
                    </a:cxn>
                    <a:cxn ang="0">
                      <a:pos x="94" y="335"/>
                    </a:cxn>
                    <a:cxn ang="0">
                      <a:pos x="76" y="154"/>
                    </a:cxn>
                    <a:cxn ang="0">
                      <a:pos x="160" y="17"/>
                    </a:cxn>
                    <a:cxn ang="0">
                      <a:pos x="116" y="0"/>
                    </a:cxn>
                    <a:cxn ang="0">
                      <a:pos x="116" y="0"/>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6" name="Freeform 32"/>
                <p:cNvSpPr/>
                <p:nvPr/>
              </p:nvSpPr>
              <p:spPr bwMode="auto">
                <a:xfrm>
                  <a:off x="449" y="3490"/>
                  <a:ext cx="322" cy="594"/>
                </a:xfrm>
                <a:custGeom>
                  <a:avLst/>
                  <a:gdLst/>
                  <a:ahLst/>
                  <a:cxnLst>
                    <a:cxn ang="0">
                      <a:pos x="218" y="896"/>
                    </a:cxn>
                    <a:cxn ang="0">
                      <a:pos x="0" y="124"/>
                    </a:cxn>
                    <a:cxn ang="0">
                      <a:pos x="81" y="38"/>
                    </a:cxn>
                    <a:cxn ang="0">
                      <a:pos x="258" y="0"/>
                    </a:cxn>
                    <a:cxn ang="0">
                      <a:pos x="399" y="57"/>
                    </a:cxn>
                    <a:cxn ang="0">
                      <a:pos x="642" y="1188"/>
                    </a:cxn>
                    <a:cxn ang="0">
                      <a:pos x="555" y="1091"/>
                    </a:cxn>
                    <a:cxn ang="0">
                      <a:pos x="355" y="97"/>
                    </a:cxn>
                    <a:cxn ang="0">
                      <a:pos x="226" y="61"/>
                    </a:cxn>
                    <a:cxn ang="0">
                      <a:pos x="119" y="74"/>
                    </a:cxn>
                    <a:cxn ang="0">
                      <a:pos x="76" y="141"/>
                    </a:cxn>
                    <a:cxn ang="0">
                      <a:pos x="306" y="924"/>
                    </a:cxn>
                    <a:cxn ang="0">
                      <a:pos x="218" y="896"/>
                    </a:cxn>
                    <a:cxn ang="0">
                      <a:pos x="218" y="896"/>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7" name="Freeform 33"/>
                <p:cNvSpPr/>
                <p:nvPr/>
              </p:nvSpPr>
              <p:spPr bwMode="auto">
                <a:xfrm>
                  <a:off x="578" y="3650"/>
                  <a:ext cx="96" cy="252"/>
                </a:xfrm>
                <a:custGeom>
                  <a:avLst/>
                  <a:gdLst/>
                  <a:ahLst/>
                  <a:cxnLst>
                    <a:cxn ang="0">
                      <a:pos x="0" y="27"/>
                    </a:cxn>
                    <a:cxn ang="0">
                      <a:pos x="76" y="194"/>
                    </a:cxn>
                    <a:cxn ang="0">
                      <a:pos x="113" y="318"/>
                    </a:cxn>
                    <a:cxn ang="0">
                      <a:pos x="116" y="504"/>
                    </a:cxn>
                    <a:cxn ang="0">
                      <a:pos x="192" y="504"/>
                    </a:cxn>
                    <a:cxn ang="0">
                      <a:pos x="187" y="360"/>
                    </a:cxn>
                    <a:cxn ang="0">
                      <a:pos x="162" y="208"/>
                    </a:cxn>
                    <a:cxn ang="0">
                      <a:pos x="99" y="59"/>
                    </a:cxn>
                    <a:cxn ang="0">
                      <a:pos x="63" y="0"/>
                    </a:cxn>
                    <a:cxn ang="0">
                      <a:pos x="0" y="27"/>
                    </a:cxn>
                    <a:cxn ang="0">
                      <a:pos x="0" y="27"/>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8" name="Freeform 34"/>
                <p:cNvSpPr/>
                <p:nvPr/>
              </p:nvSpPr>
              <p:spPr bwMode="auto">
                <a:xfrm>
                  <a:off x="328" y="3630"/>
                  <a:ext cx="195" cy="135"/>
                </a:xfrm>
                <a:custGeom>
                  <a:avLst/>
                  <a:gdLst/>
                  <a:ahLst/>
                  <a:cxnLst>
                    <a:cxn ang="0">
                      <a:pos x="297" y="0"/>
                    </a:cxn>
                    <a:cxn ang="0">
                      <a:pos x="257" y="17"/>
                    </a:cxn>
                    <a:cxn ang="0">
                      <a:pos x="253" y="66"/>
                    </a:cxn>
                    <a:cxn ang="0">
                      <a:pos x="0" y="169"/>
                    </a:cxn>
                    <a:cxn ang="0">
                      <a:pos x="0" y="222"/>
                    </a:cxn>
                    <a:cxn ang="0">
                      <a:pos x="284" y="226"/>
                    </a:cxn>
                    <a:cxn ang="0">
                      <a:pos x="320" y="269"/>
                    </a:cxn>
                    <a:cxn ang="0">
                      <a:pos x="390" y="266"/>
                    </a:cxn>
                    <a:cxn ang="0">
                      <a:pos x="383" y="190"/>
                    </a:cxn>
                    <a:cxn ang="0">
                      <a:pos x="116" y="176"/>
                    </a:cxn>
                    <a:cxn ang="0">
                      <a:pos x="333" y="89"/>
                    </a:cxn>
                    <a:cxn ang="0">
                      <a:pos x="297" y="0"/>
                    </a:cxn>
                    <a:cxn ang="0">
                      <a:pos x="297" y="0"/>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9" name="Freeform 35"/>
                <p:cNvSpPr/>
                <p:nvPr/>
              </p:nvSpPr>
              <p:spPr bwMode="auto">
                <a:xfrm>
                  <a:off x="658" y="3538"/>
                  <a:ext cx="471" cy="212"/>
                </a:xfrm>
                <a:custGeom>
                  <a:avLst/>
                  <a:gdLst/>
                  <a:ahLst/>
                  <a:cxnLst>
                    <a:cxn ang="0">
                      <a:pos x="0" y="131"/>
                    </a:cxn>
                    <a:cxn ang="0">
                      <a:pos x="863" y="0"/>
                    </a:cxn>
                    <a:cxn ang="0">
                      <a:pos x="926" y="78"/>
                    </a:cxn>
                    <a:cxn ang="0">
                      <a:pos x="941" y="181"/>
                    </a:cxn>
                    <a:cxn ang="0">
                      <a:pos x="903" y="282"/>
                    </a:cxn>
                    <a:cxn ang="0">
                      <a:pos x="57" y="424"/>
                    </a:cxn>
                    <a:cxn ang="0">
                      <a:pos x="53" y="384"/>
                    </a:cxn>
                    <a:cxn ang="0">
                      <a:pos x="863" y="242"/>
                    </a:cxn>
                    <a:cxn ang="0">
                      <a:pos x="893" y="145"/>
                    </a:cxn>
                    <a:cxn ang="0">
                      <a:pos x="840" y="57"/>
                    </a:cxn>
                    <a:cxn ang="0">
                      <a:pos x="0" y="185"/>
                    </a:cxn>
                    <a:cxn ang="0">
                      <a:pos x="0" y="131"/>
                    </a:cxn>
                    <a:cxn ang="0">
                      <a:pos x="0" y="131"/>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20" name="Freeform 36"/>
                <p:cNvSpPr/>
                <p:nvPr/>
              </p:nvSpPr>
              <p:spPr bwMode="auto">
                <a:xfrm>
                  <a:off x="717" y="3606"/>
                  <a:ext cx="245" cy="86"/>
                </a:xfrm>
                <a:custGeom>
                  <a:avLst/>
                  <a:gdLst/>
                  <a:ahLst/>
                  <a:cxnLst>
                    <a:cxn ang="0">
                      <a:pos x="0" y="126"/>
                    </a:cxn>
                    <a:cxn ang="0">
                      <a:pos x="66" y="173"/>
                    </a:cxn>
                    <a:cxn ang="0">
                      <a:pos x="222" y="166"/>
                    </a:cxn>
                    <a:cxn ang="0">
                      <a:pos x="418" y="116"/>
                    </a:cxn>
                    <a:cxn ang="0">
                      <a:pos x="488" y="42"/>
                    </a:cxn>
                    <a:cxn ang="0">
                      <a:pos x="443" y="2"/>
                    </a:cxn>
                    <a:cxn ang="0">
                      <a:pos x="253" y="0"/>
                    </a:cxn>
                    <a:cxn ang="0">
                      <a:pos x="110" y="12"/>
                    </a:cxn>
                    <a:cxn ang="0">
                      <a:pos x="15" y="76"/>
                    </a:cxn>
                    <a:cxn ang="0">
                      <a:pos x="112" y="95"/>
                    </a:cxn>
                    <a:cxn ang="0">
                      <a:pos x="275" y="53"/>
                    </a:cxn>
                    <a:cxn ang="0">
                      <a:pos x="416" y="53"/>
                    </a:cxn>
                    <a:cxn ang="0">
                      <a:pos x="268" y="110"/>
                    </a:cxn>
                    <a:cxn ang="0">
                      <a:pos x="142" y="126"/>
                    </a:cxn>
                    <a:cxn ang="0">
                      <a:pos x="0" y="126"/>
                    </a:cxn>
                    <a:cxn ang="0">
                      <a:pos x="0" y="126"/>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grpSp>
      <p:grpSp>
        <p:nvGrpSpPr>
          <p:cNvPr id="2059" name="Group 37"/>
          <p:cNvGrpSpPr/>
          <p:nvPr/>
        </p:nvGrpSpPr>
        <p:grpSpPr>
          <a:xfrm>
            <a:off x="8680450" y="2116138"/>
            <a:ext cx="385763" cy="4308475"/>
            <a:chOff x="5468" y="1333"/>
            <a:chExt cx="243" cy="2714"/>
          </a:xfrm>
        </p:grpSpPr>
        <p:sp>
          <p:nvSpPr>
            <p:cNvPr id="16422" name="Freeform 38"/>
            <p:cNvSpPr/>
            <p:nvPr/>
          </p:nvSpPr>
          <p:spPr bwMode="auto">
            <a:xfrm flipH="1">
              <a:off x="5468" y="2620"/>
              <a:ext cx="205" cy="1427"/>
            </a:xfrm>
            <a:custGeom>
              <a:avLst/>
              <a:gdLst/>
              <a:ahLst/>
              <a:cxnLst>
                <a:cxn ang="0">
                  <a:pos x="692" y="3156"/>
                </a:cxn>
                <a:cxn ang="0">
                  <a:pos x="380" y="2945"/>
                </a:cxn>
                <a:cxn ang="0">
                  <a:pos x="319" y="2783"/>
                </a:cxn>
                <a:cxn ang="0">
                  <a:pos x="371" y="2542"/>
                </a:cxn>
                <a:cxn ang="0">
                  <a:pos x="591" y="2251"/>
                </a:cxn>
                <a:cxn ang="0">
                  <a:pos x="641" y="2070"/>
                </a:cxn>
                <a:cxn ang="0">
                  <a:pos x="591" y="1948"/>
                </a:cxn>
                <a:cxn ang="0">
                  <a:pos x="401" y="1859"/>
                </a:cxn>
                <a:cxn ang="0">
                  <a:pos x="361" y="1747"/>
                </a:cxn>
                <a:cxn ang="0">
                  <a:pos x="430" y="1587"/>
                </a:cxn>
                <a:cxn ang="0">
                  <a:pos x="741" y="1156"/>
                </a:cxn>
                <a:cxn ang="0">
                  <a:pos x="772" y="945"/>
                </a:cxn>
                <a:cxn ang="0">
                  <a:pos x="692" y="713"/>
                </a:cxn>
                <a:cxn ang="0">
                  <a:pos x="430" y="603"/>
                </a:cxn>
                <a:cxn ang="0">
                  <a:pos x="200" y="422"/>
                </a:cxn>
                <a:cxn ang="0">
                  <a:pos x="0" y="0"/>
                </a:cxn>
                <a:cxn ang="0">
                  <a:pos x="29" y="382"/>
                </a:cxn>
                <a:cxn ang="0">
                  <a:pos x="179" y="612"/>
                </a:cxn>
                <a:cxn ang="0">
                  <a:pos x="380" y="753"/>
                </a:cxn>
                <a:cxn ang="0">
                  <a:pos x="601" y="833"/>
                </a:cxn>
                <a:cxn ang="0">
                  <a:pos x="612" y="1044"/>
                </a:cxn>
                <a:cxn ang="0">
                  <a:pos x="500" y="1266"/>
                </a:cxn>
                <a:cxn ang="0">
                  <a:pos x="240" y="1658"/>
                </a:cxn>
                <a:cxn ang="0">
                  <a:pos x="230" y="1909"/>
                </a:cxn>
                <a:cxn ang="0">
                  <a:pos x="471" y="2049"/>
                </a:cxn>
                <a:cxn ang="0">
                  <a:pos x="460" y="2180"/>
                </a:cxn>
                <a:cxn ang="0">
                  <a:pos x="249" y="2452"/>
                </a:cxn>
                <a:cxn ang="0">
                  <a:pos x="160" y="2713"/>
                </a:cxn>
                <a:cxn ang="0">
                  <a:pos x="240" y="2994"/>
                </a:cxn>
                <a:cxn ang="0">
                  <a:pos x="430" y="3144"/>
                </a:cxn>
                <a:cxn ang="0">
                  <a:pos x="671" y="3266"/>
                </a:cxn>
                <a:cxn ang="0">
                  <a:pos x="692" y="3156"/>
                </a:cxn>
                <a:cxn ang="0">
                  <a:pos x="692" y="3156"/>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23" name="Freeform 39"/>
            <p:cNvSpPr/>
            <p:nvPr/>
          </p:nvSpPr>
          <p:spPr bwMode="auto">
            <a:xfrm flipH="1">
              <a:off x="5506" y="1333"/>
              <a:ext cx="205" cy="1633"/>
            </a:xfrm>
            <a:custGeom>
              <a:avLst/>
              <a:gdLst/>
              <a:ahLst/>
              <a:cxnLst>
                <a:cxn ang="0">
                  <a:pos x="692" y="3156"/>
                </a:cxn>
                <a:cxn ang="0">
                  <a:pos x="380" y="2945"/>
                </a:cxn>
                <a:cxn ang="0">
                  <a:pos x="319" y="2783"/>
                </a:cxn>
                <a:cxn ang="0">
                  <a:pos x="371" y="2542"/>
                </a:cxn>
                <a:cxn ang="0">
                  <a:pos x="591" y="2251"/>
                </a:cxn>
                <a:cxn ang="0">
                  <a:pos x="641" y="2070"/>
                </a:cxn>
                <a:cxn ang="0">
                  <a:pos x="591" y="1948"/>
                </a:cxn>
                <a:cxn ang="0">
                  <a:pos x="401" y="1859"/>
                </a:cxn>
                <a:cxn ang="0">
                  <a:pos x="361" y="1747"/>
                </a:cxn>
                <a:cxn ang="0">
                  <a:pos x="430" y="1587"/>
                </a:cxn>
                <a:cxn ang="0">
                  <a:pos x="741" y="1156"/>
                </a:cxn>
                <a:cxn ang="0">
                  <a:pos x="772" y="945"/>
                </a:cxn>
                <a:cxn ang="0">
                  <a:pos x="692" y="713"/>
                </a:cxn>
                <a:cxn ang="0">
                  <a:pos x="430" y="603"/>
                </a:cxn>
                <a:cxn ang="0">
                  <a:pos x="200" y="422"/>
                </a:cxn>
                <a:cxn ang="0">
                  <a:pos x="0" y="0"/>
                </a:cxn>
                <a:cxn ang="0">
                  <a:pos x="29" y="382"/>
                </a:cxn>
                <a:cxn ang="0">
                  <a:pos x="179" y="612"/>
                </a:cxn>
                <a:cxn ang="0">
                  <a:pos x="380" y="753"/>
                </a:cxn>
                <a:cxn ang="0">
                  <a:pos x="601" y="833"/>
                </a:cxn>
                <a:cxn ang="0">
                  <a:pos x="612" y="1044"/>
                </a:cxn>
                <a:cxn ang="0">
                  <a:pos x="500" y="1266"/>
                </a:cxn>
                <a:cxn ang="0">
                  <a:pos x="240" y="1658"/>
                </a:cxn>
                <a:cxn ang="0">
                  <a:pos x="230" y="1909"/>
                </a:cxn>
                <a:cxn ang="0">
                  <a:pos x="471" y="2049"/>
                </a:cxn>
                <a:cxn ang="0">
                  <a:pos x="460" y="2180"/>
                </a:cxn>
                <a:cxn ang="0">
                  <a:pos x="249" y="2452"/>
                </a:cxn>
                <a:cxn ang="0">
                  <a:pos x="160" y="2713"/>
                </a:cxn>
                <a:cxn ang="0">
                  <a:pos x="240" y="2994"/>
                </a:cxn>
                <a:cxn ang="0">
                  <a:pos x="430" y="3144"/>
                </a:cxn>
                <a:cxn ang="0">
                  <a:pos x="671" y="3266"/>
                </a:cxn>
                <a:cxn ang="0">
                  <a:pos x="692" y="3156"/>
                </a:cxn>
                <a:cxn ang="0">
                  <a:pos x="692" y="3156"/>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nvGrpSpPr>
          <p:cNvPr id="2060" name="Group 40"/>
          <p:cNvGrpSpPr/>
          <p:nvPr/>
        </p:nvGrpSpPr>
        <p:grpSpPr>
          <a:xfrm>
            <a:off x="7318375" y="90488"/>
            <a:ext cx="2133600" cy="1911350"/>
            <a:chOff x="4610" y="57"/>
            <a:chExt cx="1344" cy="1204"/>
          </a:xfrm>
        </p:grpSpPr>
        <p:grpSp>
          <p:nvGrpSpPr>
            <p:cNvPr id="2061" name="Group 41"/>
            <p:cNvGrpSpPr/>
            <p:nvPr userDrawn="1"/>
          </p:nvGrpSpPr>
          <p:grpSpPr>
            <a:xfrm>
              <a:off x="4610" y="57"/>
              <a:ext cx="1344" cy="1204"/>
              <a:chOff x="4610" y="57"/>
              <a:chExt cx="1344" cy="1204"/>
            </a:xfrm>
          </p:grpSpPr>
          <p:sp>
            <p:nvSpPr>
              <p:cNvPr id="16426" name="Freeform 42"/>
              <p:cNvSpPr/>
              <p:nvPr/>
            </p:nvSpPr>
            <p:spPr bwMode="auto">
              <a:xfrm rot="-3172564">
                <a:off x="5430" y="1086"/>
                <a:ext cx="62" cy="288"/>
              </a:xfrm>
              <a:custGeom>
                <a:avLst/>
                <a:gdLst/>
                <a:ahLst/>
                <a:cxnLst>
                  <a:cxn ang="0">
                    <a:pos x="123" y="9"/>
                  </a:cxn>
                  <a:cxn ang="0">
                    <a:pos x="131" y="342"/>
                  </a:cxn>
                  <a:cxn ang="0">
                    <a:pos x="0" y="806"/>
                  </a:cxn>
                  <a:cxn ang="0">
                    <a:pos x="79" y="789"/>
                  </a:cxn>
                  <a:cxn ang="0">
                    <a:pos x="218" y="376"/>
                  </a:cxn>
                  <a:cxn ang="0">
                    <a:pos x="245" y="0"/>
                  </a:cxn>
                  <a:cxn ang="0">
                    <a:pos x="123" y="9"/>
                  </a:cxn>
                  <a:cxn ang="0">
                    <a:pos x="123" y="9"/>
                  </a:cxn>
                </a:cxnLst>
                <a:rect l="0" t="0" r="r" b="b"/>
                <a:pathLst>
                  <a:path w="245" h="806">
                    <a:moveTo>
                      <a:pt x="123" y="9"/>
                    </a:moveTo>
                    <a:lnTo>
                      <a:pt x="131" y="342"/>
                    </a:lnTo>
                    <a:lnTo>
                      <a:pt x="0" y="806"/>
                    </a:lnTo>
                    <a:lnTo>
                      <a:pt x="79" y="789"/>
                    </a:lnTo>
                    <a:lnTo>
                      <a:pt x="218" y="376"/>
                    </a:lnTo>
                    <a:lnTo>
                      <a:pt x="245" y="0"/>
                    </a:lnTo>
                    <a:lnTo>
                      <a:pt x="123" y="9"/>
                    </a:lnTo>
                    <a:lnTo>
                      <a:pt x="123" y="9"/>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2064" name="Group 43"/>
              <p:cNvGrpSpPr/>
              <p:nvPr userDrawn="1"/>
            </p:nvGrpSpPr>
            <p:grpSpPr>
              <a:xfrm>
                <a:off x="4610" y="57"/>
                <a:ext cx="1344" cy="985"/>
                <a:chOff x="4610" y="57"/>
                <a:chExt cx="1344" cy="985"/>
              </a:xfrm>
            </p:grpSpPr>
            <p:sp>
              <p:nvSpPr>
                <p:cNvPr id="16428" name="Freeform 44"/>
                <p:cNvSpPr/>
                <p:nvPr/>
              </p:nvSpPr>
              <p:spPr bwMode="auto">
                <a:xfrm rot="-3172564">
                  <a:off x="4966" y="71"/>
                  <a:ext cx="153" cy="125"/>
                </a:xfrm>
                <a:custGeom>
                  <a:avLst/>
                  <a:gdLst/>
                  <a:ahLst/>
                  <a:cxnLst>
                    <a:cxn ang="0">
                      <a:pos x="0" y="0"/>
                    </a:cxn>
                    <a:cxn ang="0">
                      <a:pos x="298" y="184"/>
                    </a:cxn>
                    <a:cxn ang="0">
                      <a:pos x="500" y="349"/>
                    </a:cxn>
                    <a:cxn ang="0">
                      <a:pos x="604" y="140"/>
                    </a:cxn>
                    <a:cxn ang="0">
                      <a:pos x="359" y="9"/>
                    </a:cxn>
                    <a:cxn ang="0">
                      <a:pos x="464" y="184"/>
                    </a:cxn>
                    <a:cxn ang="0">
                      <a:pos x="131" y="17"/>
                    </a:cxn>
                    <a:cxn ang="0">
                      <a:pos x="0" y="0"/>
                    </a:cxn>
                    <a:cxn ang="0">
                      <a:pos x="0" y="0"/>
                    </a:cxn>
                  </a:cxnLst>
                  <a:rect l="0" t="0" r="r" b="b"/>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29" name="Freeform 45"/>
                <p:cNvSpPr/>
                <p:nvPr/>
              </p:nvSpPr>
              <p:spPr bwMode="auto">
                <a:xfrm rot="-3172564">
                  <a:off x="5052" y="329"/>
                  <a:ext cx="269" cy="438"/>
                </a:xfrm>
                <a:custGeom>
                  <a:avLst/>
                  <a:gdLst/>
                  <a:ahLst/>
                  <a:cxnLst>
                    <a:cxn ang="0">
                      <a:pos x="741" y="129"/>
                    </a:cxn>
                    <a:cxn ang="0">
                      <a:pos x="485" y="352"/>
                    </a:cxn>
                    <a:cxn ang="0">
                      <a:pos x="163" y="762"/>
                    </a:cxn>
                    <a:cxn ang="0">
                      <a:pos x="0" y="1101"/>
                    </a:cxn>
                    <a:cxn ang="0">
                      <a:pos x="59" y="1230"/>
                    </a:cxn>
                    <a:cxn ang="0">
                      <a:pos x="262" y="1201"/>
                    </a:cxn>
                    <a:cxn ang="0">
                      <a:pos x="578" y="914"/>
                    </a:cxn>
                    <a:cxn ang="0">
                      <a:pos x="876" y="534"/>
                    </a:cxn>
                    <a:cxn ang="0">
                      <a:pos x="1034" y="270"/>
                    </a:cxn>
                    <a:cxn ang="0">
                      <a:pos x="1064" y="84"/>
                    </a:cxn>
                    <a:cxn ang="0">
                      <a:pos x="977" y="0"/>
                    </a:cxn>
                    <a:cxn ang="0">
                      <a:pos x="836" y="65"/>
                    </a:cxn>
                    <a:cxn ang="0">
                      <a:pos x="969" y="107"/>
                    </a:cxn>
                    <a:cxn ang="0">
                      <a:pos x="876" y="352"/>
                    </a:cxn>
                    <a:cxn ang="0">
                      <a:pos x="690" y="656"/>
                    </a:cxn>
                    <a:cxn ang="0">
                      <a:pos x="350" y="1008"/>
                    </a:cxn>
                    <a:cxn ang="0">
                      <a:pos x="116" y="1114"/>
                    </a:cxn>
                    <a:cxn ang="0">
                      <a:pos x="135" y="943"/>
                    </a:cxn>
                    <a:cxn ang="0">
                      <a:pos x="437" y="504"/>
                    </a:cxn>
                    <a:cxn ang="0">
                      <a:pos x="831" y="118"/>
                    </a:cxn>
                    <a:cxn ang="0">
                      <a:pos x="741" y="129"/>
                    </a:cxn>
                    <a:cxn ang="0">
                      <a:pos x="741" y="129"/>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0" name="Freeform 46"/>
                <p:cNvSpPr/>
                <p:nvPr/>
              </p:nvSpPr>
              <p:spPr bwMode="auto">
                <a:xfrm rot="-3172564">
                  <a:off x="4862" y="179"/>
                  <a:ext cx="505" cy="898"/>
                </a:xfrm>
                <a:custGeom>
                  <a:avLst/>
                  <a:gdLst/>
                  <a:ahLst/>
                  <a:cxnLst>
                    <a:cxn ang="0">
                      <a:pos x="1941" y="0"/>
                    </a:cxn>
                    <a:cxn ang="0">
                      <a:pos x="0" y="2521"/>
                    </a:cxn>
                    <a:cxn ang="0">
                      <a:pos x="192" y="2450"/>
                    </a:cxn>
                    <a:cxn ang="0">
                      <a:pos x="2002" y="61"/>
                    </a:cxn>
                    <a:cxn ang="0">
                      <a:pos x="1941" y="0"/>
                    </a:cxn>
                    <a:cxn ang="0">
                      <a:pos x="1941" y="0"/>
                    </a:cxn>
                  </a:cxnLst>
                  <a:rect l="0" t="0" r="r" b="b"/>
                  <a:pathLst>
                    <a:path w="2002" h="2521">
                      <a:moveTo>
                        <a:pt x="1941" y="0"/>
                      </a:moveTo>
                      <a:lnTo>
                        <a:pt x="0" y="2521"/>
                      </a:lnTo>
                      <a:lnTo>
                        <a:pt x="192" y="2450"/>
                      </a:lnTo>
                      <a:lnTo>
                        <a:pt x="2002" y="61"/>
                      </a:lnTo>
                      <a:lnTo>
                        <a:pt x="1941" y="0"/>
                      </a:lnTo>
                      <a:lnTo>
                        <a:pt x="1941"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1" name="Freeform 47"/>
                <p:cNvSpPr/>
                <p:nvPr/>
              </p:nvSpPr>
              <p:spPr bwMode="auto">
                <a:xfrm rot="-3172564">
                  <a:off x="4903" y="-19"/>
                  <a:ext cx="758" cy="1344"/>
                </a:xfrm>
                <a:custGeom>
                  <a:avLst/>
                  <a:gdLst/>
                  <a:ahLst/>
                  <a:cxnLst>
                    <a:cxn ang="0">
                      <a:pos x="95" y="2844"/>
                    </a:cxn>
                    <a:cxn ang="0">
                      <a:pos x="394" y="2834"/>
                    </a:cxn>
                    <a:cxn ang="0">
                      <a:pos x="821" y="3009"/>
                    </a:cxn>
                    <a:cxn ang="0">
                      <a:pos x="681" y="2817"/>
                    </a:cxn>
                    <a:cxn ang="0">
                      <a:pos x="367" y="2703"/>
                    </a:cxn>
                    <a:cxn ang="0">
                      <a:pos x="637" y="2720"/>
                    </a:cxn>
                    <a:cxn ang="0">
                      <a:pos x="979" y="2870"/>
                    </a:cxn>
                    <a:cxn ang="0">
                      <a:pos x="2859" y="420"/>
                    </a:cxn>
                    <a:cxn ang="0">
                      <a:pos x="2578" y="148"/>
                    </a:cxn>
                    <a:cxn ang="0">
                      <a:pos x="2308" y="0"/>
                    </a:cxn>
                    <a:cxn ang="0">
                      <a:pos x="2692" y="78"/>
                    </a:cxn>
                    <a:cxn ang="0">
                      <a:pos x="3007" y="428"/>
                    </a:cxn>
                    <a:cxn ang="0">
                      <a:pos x="831" y="3273"/>
                    </a:cxn>
                    <a:cxn ang="0">
                      <a:pos x="481" y="3412"/>
                    </a:cxn>
                    <a:cxn ang="0">
                      <a:pos x="105" y="3771"/>
                    </a:cxn>
                    <a:cxn ang="0">
                      <a:pos x="0" y="3667"/>
                    </a:cxn>
                    <a:cxn ang="0">
                      <a:pos x="131" y="3631"/>
                    </a:cxn>
                    <a:cxn ang="0">
                      <a:pos x="376" y="3385"/>
                    </a:cxn>
                    <a:cxn ang="0">
                      <a:pos x="165" y="3273"/>
                    </a:cxn>
                    <a:cxn ang="0">
                      <a:pos x="165" y="3176"/>
                    </a:cxn>
                    <a:cxn ang="0">
                      <a:pos x="411" y="3298"/>
                    </a:cxn>
                    <a:cxn ang="0">
                      <a:pos x="411" y="3186"/>
                    </a:cxn>
                    <a:cxn ang="0">
                      <a:pos x="603" y="3220"/>
                    </a:cxn>
                    <a:cxn ang="0">
                      <a:pos x="428" y="3079"/>
                    </a:cxn>
                    <a:cxn ang="0">
                      <a:pos x="629" y="3062"/>
                    </a:cxn>
                    <a:cxn ang="0">
                      <a:pos x="95" y="2844"/>
                    </a:cxn>
                    <a:cxn ang="0">
                      <a:pos x="95" y="2844"/>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2" name="Freeform 48"/>
                <p:cNvSpPr/>
                <p:nvPr/>
              </p:nvSpPr>
              <p:spPr bwMode="auto">
                <a:xfrm rot="-3172564">
                  <a:off x="5301" y="894"/>
                  <a:ext cx="169" cy="122"/>
                </a:xfrm>
                <a:custGeom>
                  <a:avLst/>
                  <a:gdLst/>
                  <a:ahLst/>
                  <a:cxnLst>
                    <a:cxn ang="0">
                      <a:pos x="0" y="80"/>
                    </a:cxn>
                    <a:cxn ang="0">
                      <a:pos x="255" y="106"/>
                    </a:cxn>
                    <a:cxn ang="0">
                      <a:pos x="639" y="342"/>
                    </a:cxn>
                    <a:cxn ang="0">
                      <a:pos x="673" y="289"/>
                    </a:cxn>
                    <a:cxn ang="0">
                      <a:pos x="447" y="114"/>
                    </a:cxn>
                    <a:cxn ang="0">
                      <a:pos x="26" y="0"/>
                    </a:cxn>
                    <a:cxn ang="0">
                      <a:pos x="0" y="80"/>
                    </a:cxn>
                    <a:cxn ang="0">
                      <a:pos x="0" y="80"/>
                    </a:cxn>
                  </a:cxnLst>
                  <a:rect l="0" t="0" r="r" b="b"/>
                  <a:pathLst>
                    <a:path w="673" h="342">
                      <a:moveTo>
                        <a:pt x="0" y="80"/>
                      </a:moveTo>
                      <a:lnTo>
                        <a:pt x="255" y="106"/>
                      </a:lnTo>
                      <a:lnTo>
                        <a:pt x="639" y="342"/>
                      </a:lnTo>
                      <a:lnTo>
                        <a:pt x="673" y="289"/>
                      </a:lnTo>
                      <a:lnTo>
                        <a:pt x="447" y="114"/>
                      </a:lnTo>
                      <a:lnTo>
                        <a:pt x="26" y="0"/>
                      </a:lnTo>
                      <a:lnTo>
                        <a:pt x="0" y="80"/>
                      </a:lnTo>
                      <a:lnTo>
                        <a:pt x="0" y="8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3" name="Freeform 49"/>
                <p:cNvSpPr/>
                <p:nvPr/>
              </p:nvSpPr>
              <p:spPr bwMode="auto">
                <a:xfrm rot="-3172564">
                  <a:off x="5254" y="803"/>
                  <a:ext cx="181" cy="144"/>
                </a:xfrm>
                <a:custGeom>
                  <a:avLst/>
                  <a:gdLst/>
                  <a:ahLst/>
                  <a:cxnLst>
                    <a:cxn ang="0">
                      <a:pos x="0" y="78"/>
                    </a:cxn>
                    <a:cxn ang="0">
                      <a:pos x="340" y="148"/>
                    </a:cxn>
                    <a:cxn ang="0">
                      <a:pos x="638" y="403"/>
                    </a:cxn>
                    <a:cxn ang="0">
                      <a:pos x="716" y="296"/>
                    </a:cxn>
                    <a:cxn ang="0">
                      <a:pos x="420" y="114"/>
                    </a:cxn>
                    <a:cxn ang="0">
                      <a:pos x="70" y="0"/>
                    </a:cxn>
                    <a:cxn ang="0">
                      <a:pos x="0" y="78"/>
                    </a:cxn>
                    <a:cxn ang="0">
                      <a:pos x="0" y="78"/>
                    </a:cxn>
                  </a:cxnLst>
                  <a:rect l="0" t="0" r="r" b="b"/>
                  <a:pathLst>
                    <a:path w="716" h="403">
                      <a:moveTo>
                        <a:pt x="0" y="78"/>
                      </a:moveTo>
                      <a:lnTo>
                        <a:pt x="340" y="148"/>
                      </a:lnTo>
                      <a:lnTo>
                        <a:pt x="638" y="403"/>
                      </a:lnTo>
                      <a:lnTo>
                        <a:pt x="716" y="296"/>
                      </a:lnTo>
                      <a:lnTo>
                        <a:pt x="420" y="114"/>
                      </a:lnTo>
                      <a:lnTo>
                        <a:pt x="70" y="0"/>
                      </a:lnTo>
                      <a:lnTo>
                        <a:pt x="0" y="78"/>
                      </a:lnTo>
                      <a:lnTo>
                        <a:pt x="0" y="78"/>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4" name="Freeform 50"/>
                <p:cNvSpPr/>
                <p:nvPr/>
              </p:nvSpPr>
              <p:spPr bwMode="auto">
                <a:xfrm rot="-3172564">
                  <a:off x="4985" y="210"/>
                  <a:ext cx="181" cy="147"/>
                </a:xfrm>
                <a:custGeom>
                  <a:avLst/>
                  <a:gdLst/>
                  <a:ahLst/>
                  <a:cxnLst>
                    <a:cxn ang="0">
                      <a:pos x="0" y="78"/>
                    </a:cxn>
                    <a:cxn ang="0">
                      <a:pos x="316" y="139"/>
                    </a:cxn>
                    <a:cxn ang="0">
                      <a:pos x="649" y="411"/>
                    </a:cxn>
                    <a:cxn ang="0">
                      <a:pos x="717" y="314"/>
                    </a:cxn>
                    <a:cxn ang="0">
                      <a:pos x="394" y="87"/>
                    </a:cxn>
                    <a:cxn ang="0">
                      <a:pos x="54" y="0"/>
                    </a:cxn>
                    <a:cxn ang="0">
                      <a:pos x="0" y="78"/>
                    </a:cxn>
                    <a:cxn ang="0">
                      <a:pos x="0" y="78"/>
                    </a:cxn>
                  </a:cxnLst>
                  <a:rect l="0" t="0" r="r" b="b"/>
                  <a:pathLst>
                    <a:path w="717" h="411">
                      <a:moveTo>
                        <a:pt x="0" y="78"/>
                      </a:moveTo>
                      <a:lnTo>
                        <a:pt x="316" y="139"/>
                      </a:lnTo>
                      <a:lnTo>
                        <a:pt x="649" y="411"/>
                      </a:lnTo>
                      <a:lnTo>
                        <a:pt x="717" y="314"/>
                      </a:lnTo>
                      <a:lnTo>
                        <a:pt x="394" y="87"/>
                      </a:lnTo>
                      <a:lnTo>
                        <a:pt x="54" y="0"/>
                      </a:lnTo>
                      <a:lnTo>
                        <a:pt x="0" y="78"/>
                      </a:lnTo>
                      <a:lnTo>
                        <a:pt x="0" y="78"/>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5" name="Freeform 51"/>
                <p:cNvSpPr/>
                <p:nvPr/>
              </p:nvSpPr>
              <p:spPr bwMode="auto">
                <a:xfrm rot="-3172564">
                  <a:off x="4951" y="139"/>
                  <a:ext cx="179" cy="138"/>
                </a:xfrm>
                <a:custGeom>
                  <a:avLst/>
                  <a:gdLst/>
                  <a:ahLst/>
                  <a:cxnLst>
                    <a:cxn ang="0">
                      <a:pos x="0" y="88"/>
                    </a:cxn>
                    <a:cxn ang="0">
                      <a:pos x="272" y="131"/>
                    </a:cxn>
                    <a:cxn ang="0">
                      <a:pos x="665" y="386"/>
                    </a:cxn>
                    <a:cxn ang="0">
                      <a:pos x="709" y="308"/>
                    </a:cxn>
                    <a:cxn ang="0">
                      <a:pos x="306" y="53"/>
                    </a:cxn>
                    <a:cxn ang="0">
                      <a:pos x="43" y="0"/>
                    </a:cxn>
                    <a:cxn ang="0">
                      <a:pos x="0" y="88"/>
                    </a:cxn>
                    <a:cxn ang="0">
                      <a:pos x="0" y="88"/>
                    </a:cxn>
                  </a:cxnLst>
                  <a:rect l="0" t="0" r="r" b="b"/>
                  <a:pathLst>
                    <a:path w="709" h="386">
                      <a:moveTo>
                        <a:pt x="0" y="88"/>
                      </a:moveTo>
                      <a:lnTo>
                        <a:pt x="272" y="131"/>
                      </a:lnTo>
                      <a:lnTo>
                        <a:pt x="665" y="386"/>
                      </a:lnTo>
                      <a:lnTo>
                        <a:pt x="709" y="308"/>
                      </a:lnTo>
                      <a:lnTo>
                        <a:pt x="306" y="53"/>
                      </a:lnTo>
                      <a:lnTo>
                        <a:pt x="43" y="0"/>
                      </a:lnTo>
                      <a:lnTo>
                        <a:pt x="0" y="88"/>
                      </a:lnTo>
                      <a:lnTo>
                        <a:pt x="0" y="88"/>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sp>
          <p:nvSpPr>
            <p:cNvPr id="16436" name="Line 52"/>
            <p:cNvSpPr>
              <a:spLocks noChangeShapeType="1"/>
            </p:cNvSpPr>
            <p:nvPr/>
          </p:nvSpPr>
          <p:spPr bwMode="auto">
            <a:xfrm>
              <a:off x="4870" y="84"/>
              <a:ext cx="42" cy="96"/>
            </a:xfrm>
            <a:prstGeom prst="line">
              <a:avLst/>
            </a:prstGeom>
            <a:noFill/>
            <a:ln w="38100">
              <a:solidFill>
                <a:schemeClr val="accent2"/>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2pPr>
      <a:lvl3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3pPr>
      <a:lvl4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4pPr>
      <a:lvl5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5pPr>
      <a:lvl6pPr marL="457200" algn="ctr" rtl="0" fontAlgn="base">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6pPr>
      <a:lvl7pPr marL="914400" algn="ctr" rtl="0" fontAlgn="base">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7pPr>
      <a:lvl8pPr marL="1371600" algn="ctr" rtl="0" fontAlgn="base">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8pPr>
      <a:lvl9pPr marL="1828800" algn="ctr" rtl="0" fontAlgn="base">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2" charset="-122"/>
        </a:defRPr>
      </a:lvl2pPr>
      <a:lvl3pPr marL="1143000" indent="-228600" algn="l" rtl="0" eaLnBrk="0" fontAlgn="base" hangingPunct="0">
        <a:spcBef>
          <a:spcPct val="20000"/>
        </a:spcBef>
        <a:spcAft>
          <a:spcPct val="0"/>
        </a:spcAft>
        <a:buChar char="•"/>
        <a:defRPr sz="2400" b="1">
          <a:solidFill>
            <a:schemeClr val="tx1"/>
          </a:solidFill>
          <a:latin typeface="+mn-lt"/>
          <a:ea typeface="仿宋_GB2312"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386" name="Freeform 2"/>
          <p:cNvSpPr/>
          <p:nvPr/>
        </p:nvSpPr>
        <p:spPr bwMode="auto">
          <a:xfrm rot="-3172564">
            <a:off x="7777956" y="-15081"/>
            <a:ext cx="1162050" cy="2084388"/>
          </a:xfrm>
          <a:custGeom>
            <a:avLst/>
            <a:gdLst/>
            <a:ahLst/>
            <a:cxnLst>
              <a:cxn ang="0">
                <a:pos x="2903" y="433"/>
              </a:cxn>
              <a:cxn ang="0">
                <a:pos x="2565" y="80"/>
              </a:cxn>
              <a:cxn ang="0">
                <a:pos x="2241" y="0"/>
              </a:cxn>
              <a:cxn ang="0">
                <a:pos x="110" y="2811"/>
              </a:cxn>
              <a:cxn ang="0">
                <a:pos x="110" y="3228"/>
              </a:cxn>
              <a:cxn ang="0">
                <a:pos x="0" y="3631"/>
              </a:cxn>
              <a:cxn ang="0">
                <a:pos x="72" y="3686"/>
              </a:cxn>
              <a:cxn ang="0">
                <a:pos x="441" y="3355"/>
              </a:cxn>
              <a:cxn ang="0">
                <a:pos x="740" y="3228"/>
              </a:cxn>
              <a:cxn ang="0">
                <a:pos x="2903" y="433"/>
              </a:cxn>
              <a:cxn ang="0">
                <a:pos x="2903" y="433"/>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87" name="Rectangle 3"/>
          <p:cNvSpPr>
            <a:spLocks noGrp="1" noChangeArrowheads="1"/>
          </p:cNvSpPr>
          <p:nvPr>
            <p:ph type="title"/>
          </p:nvPr>
        </p:nvSpPr>
        <p:spPr bwMode="auto">
          <a:xfrm>
            <a:off x="457200" y="152400"/>
            <a:ext cx="8229600" cy="762000"/>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2052" name="Rectangle 4"/>
          <p:cNvSpPr>
            <a:spLocks noGrp="1"/>
          </p:cNvSpPr>
          <p:nvPr>
            <p:ph type="body" idx="1"/>
          </p:nvPr>
        </p:nvSpPr>
        <p:spPr>
          <a:xfrm>
            <a:off x="381000" y="1371600"/>
            <a:ext cx="79248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389" name="Rectangle 5"/>
          <p:cNvSpPr>
            <a:spLocks noGrp="1" noChangeArrowheads="1"/>
          </p:cNvSpPr>
          <p:nvPr>
            <p:ph type="dt" sz="half" idx="2"/>
          </p:nvPr>
        </p:nvSpPr>
        <p:spPr bwMode="auto">
          <a:xfrm>
            <a:off x="1371600" y="6248400"/>
            <a:ext cx="1905000" cy="457200"/>
          </a:xfrm>
          <a:prstGeom prst="rect">
            <a:avLst/>
          </a:prstGeom>
          <a:noFill/>
          <a:ln w="9525">
            <a:noFill/>
            <a:miter lim="800000"/>
          </a:ln>
        </p:spPr>
        <p:txBody>
          <a:bodyPr vert="horz" wrap="square" lIns="91440" tIns="45720" rIns="91440" bIns="45720" numCol="1" anchor="t" anchorCtr="0" compatLnSpc="1"/>
          <a:lstStyle>
            <a:lvl1pPr>
              <a:defRPr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0" name="Rectangle 6"/>
          <p:cNvSpPr>
            <a:spLocks noGrp="1" noChangeArrowheads="1"/>
          </p:cNvSpPr>
          <p:nvPr>
            <p:ph type="ftr" sz="quarter" idx="3"/>
          </p:nvPr>
        </p:nvSpPr>
        <p:spPr bwMode="auto">
          <a:xfrm>
            <a:off x="1828800" y="6248400"/>
            <a:ext cx="5410200" cy="457200"/>
          </a:xfrm>
          <a:prstGeom prst="rect">
            <a:avLst/>
          </a:prstGeom>
          <a:noFill/>
          <a:ln w="9525">
            <a:noFill/>
            <a:miter lim="800000"/>
          </a:ln>
        </p:spPr>
        <p:txBody>
          <a:bodyPr vert="horz" wrap="square" lIns="91440" tIns="45720" rIns="91440" bIns="45720" numCol="1" anchor="t" anchorCtr="0" compatLnSpc="1"/>
          <a:lstStyle>
            <a:lvl1pPr algn="ctr">
              <a:defRPr sz="1400">
                <a:ea typeface="仿宋_GB2312" pitchFamily="49"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rPr>
              <a:t>软件工程 第二章 系统工程</a:t>
            </a:r>
            <a:endParaRPr kumimoji="0" lang="en-US" altLang="zh-CN" sz="1400" b="1" i="0" u="none" strike="noStrike" kern="1200" cap="none" spc="0" normalizeH="0" baseline="0" noProof="0">
              <a:ln>
                <a:noFill/>
              </a:ln>
              <a:solidFill>
                <a:schemeClr val="tx1"/>
              </a:solidFill>
              <a:effectLst/>
              <a:uLnTx/>
              <a:uFillTx/>
              <a:latin typeface="Comic Sans MS" panose="030F0702030302020204" pitchFamily="66" charset="0"/>
              <a:ea typeface="仿宋_GB2312" pitchFamily="49" charset="-122"/>
              <a:cs typeface="+mn-cs"/>
            </a:endParaRPr>
          </a:p>
        </p:txBody>
      </p:sp>
      <p:sp>
        <p:nvSpPr>
          <p:cNvPr id="16391" name="Rectangle 7"/>
          <p:cNvSpPr>
            <a:spLocks noGrp="1" noChangeArrowheads="1"/>
          </p:cNvSpPr>
          <p:nvPr>
            <p:ph type="sldNum" sz="quarter" idx="4"/>
          </p:nvPr>
        </p:nvSpPr>
        <p:spPr bwMode="auto">
          <a:xfrm>
            <a:off x="6718300" y="6248400"/>
            <a:ext cx="1905000" cy="457200"/>
          </a:xfrm>
          <a:prstGeom prst="rect">
            <a:avLst/>
          </a:prstGeom>
          <a:noFill/>
          <a:ln w="9525">
            <a:noFill/>
            <a:miter lim="800000"/>
          </a:ln>
        </p:spPr>
        <p:txBody>
          <a:bodyPr vert="horz" wrap="square" lIns="91440" tIns="45720" rIns="91440" bIns="45720" numCol="1" anchor="t" anchorCtr="0" compatLnSpc="1"/>
          <a:lstStyle>
            <a:lvl1pPr algn="r">
              <a:defRPr sz="1400" b="0"/>
            </a:lvl1pPr>
          </a:lstStyle>
          <a:p>
            <a:pPr lvl="0" eaLnBrk="1" hangingPunct="1">
              <a:buNone/>
            </a:pPr>
            <a:fld id="{9A0DB2DC-4C9A-4742-B13C-FB6460FD3503}" type="slidenum">
              <a:rPr lang="en-US" altLang="zh-CN" dirty="0">
                <a:latin typeface="Comic Sans MS" panose="030F0702030302020204" pitchFamily="66" charset="0"/>
              </a:rPr>
            </a:fld>
            <a:r>
              <a:rPr lang="en-US" altLang="zh-CN" sz="1400" b="0" dirty="0">
                <a:latin typeface="Comic Sans MS" panose="030F0702030302020204" pitchFamily="66" charset="0"/>
              </a:rPr>
              <a:t>/27</a:t>
            </a:r>
            <a:endParaRPr lang="en-US" altLang="zh-CN" sz="1400" b="0" dirty="0">
              <a:latin typeface="Comic Sans MS" panose="030F0702030302020204" pitchFamily="66" charset="0"/>
            </a:endParaRPr>
          </a:p>
        </p:txBody>
      </p:sp>
      <p:sp>
        <p:nvSpPr>
          <p:cNvPr id="16392" name="Freeform 8"/>
          <p:cNvSpPr/>
          <p:nvPr/>
        </p:nvSpPr>
        <p:spPr bwMode="auto">
          <a:xfrm rot="-3172564">
            <a:off x="7865269" y="24606"/>
            <a:ext cx="1165225" cy="2097088"/>
          </a:xfrm>
          <a:custGeom>
            <a:avLst/>
            <a:gdLst/>
            <a:ahLst/>
            <a:cxnLst>
              <a:cxn ang="0">
                <a:pos x="2293" y="0"/>
              </a:cxn>
              <a:cxn ang="0">
                <a:pos x="130" y="2835"/>
              </a:cxn>
              <a:cxn ang="0">
                <a:pos x="131" y="3201"/>
              </a:cxn>
              <a:cxn ang="0">
                <a:pos x="0" y="3633"/>
              </a:cxn>
              <a:cxn ang="0">
                <a:pos x="50" y="3703"/>
              </a:cxn>
              <a:cxn ang="0">
                <a:pos x="422" y="3352"/>
              </a:cxn>
              <a:cxn ang="0">
                <a:pos x="763" y="3220"/>
              </a:cxn>
              <a:cxn ang="0">
                <a:pos x="2911" y="428"/>
              </a:cxn>
              <a:cxn ang="0">
                <a:pos x="2589" y="96"/>
              </a:cxn>
              <a:cxn ang="0">
                <a:pos x="2293" y="0"/>
              </a:cxn>
              <a:cxn ang="0">
                <a:pos x="2293" y="0"/>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chemeClr val="fo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3" name="Freeform 9"/>
          <p:cNvSpPr/>
          <p:nvPr/>
        </p:nvSpPr>
        <p:spPr bwMode="auto">
          <a:xfrm rot="-3172564">
            <a:off x="7831138" y="192088"/>
            <a:ext cx="1025525" cy="1571625"/>
          </a:xfrm>
          <a:custGeom>
            <a:avLst/>
            <a:gdLst/>
            <a:ahLst/>
            <a:cxnLst>
              <a:cxn ang="0">
                <a:pos x="0" y="2485"/>
              </a:cxn>
              <a:cxn ang="0">
                <a:pos x="432" y="2553"/>
              </a:cxn>
              <a:cxn ang="0">
                <a:pos x="736" y="2777"/>
              </a:cxn>
              <a:cxn ang="0">
                <a:pos x="2561" y="399"/>
              </a:cxn>
              <a:cxn ang="0">
                <a:pos x="2118" y="82"/>
              </a:cxn>
              <a:cxn ang="0">
                <a:pos x="1898" y="0"/>
              </a:cxn>
              <a:cxn ang="0">
                <a:pos x="0" y="2485"/>
              </a:cxn>
              <a:cxn ang="0">
                <a:pos x="0" y="2485"/>
              </a:cxn>
            </a:cxnLst>
            <a:rect l="0" t="0" r="r" b="b"/>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2058" name="Group 10"/>
          <p:cNvGrpSpPr/>
          <p:nvPr/>
        </p:nvGrpSpPr>
        <p:grpSpPr>
          <a:xfrm>
            <a:off x="7938" y="5540375"/>
            <a:ext cx="1784350" cy="1246188"/>
            <a:chOff x="5" y="3490"/>
            <a:chExt cx="1124" cy="785"/>
          </a:xfrm>
        </p:grpSpPr>
        <p:sp>
          <p:nvSpPr>
            <p:cNvPr id="16395" name="Freeform 11"/>
            <p:cNvSpPr/>
            <p:nvPr/>
          </p:nvSpPr>
          <p:spPr bwMode="auto">
            <a:xfrm>
              <a:off x="24" y="3505"/>
              <a:ext cx="1089" cy="649"/>
            </a:xfrm>
            <a:custGeom>
              <a:avLst/>
              <a:gdLst/>
              <a:ahLst/>
              <a:cxnLst>
                <a:cxn ang="0">
                  <a:pos x="1587" y="1260"/>
                </a:cxn>
                <a:cxn ang="0">
                  <a:pos x="1420" y="1106"/>
                </a:cxn>
                <a:cxn ang="0">
                  <a:pos x="1331" y="477"/>
                </a:cxn>
                <a:cxn ang="0">
                  <a:pos x="2139" y="330"/>
                </a:cxn>
                <a:cxn ang="0">
                  <a:pos x="2177" y="203"/>
                </a:cxn>
                <a:cxn ang="0">
                  <a:pos x="2099" y="100"/>
                </a:cxn>
                <a:cxn ang="0">
                  <a:pos x="1276" y="211"/>
                </a:cxn>
                <a:cxn ang="0">
                  <a:pos x="1219" y="32"/>
                </a:cxn>
                <a:cxn ang="0">
                  <a:pos x="1085" y="0"/>
                </a:cxn>
                <a:cxn ang="0">
                  <a:pos x="958" y="28"/>
                </a:cxn>
                <a:cxn ang="0">
                  <a:pos x="888" y="106"/>
                </a:cxn>
                <a:cxn ang="0">
                  <a:pos x="937" y="285"/>
                </a:cxn>
                <a:cxn ang="0">
                  <a:pos x="660" y="441"/>
                </a:cxn>
                <a:cxn ang="0">
                  <a:pos x="983" y="473"/>
                </a:cxn>
                <a:cxn ang="0">
                  <a:pos x="1112" y="889"/>
                </a:cxn>
                <a:cxn ang="0">
                  <a:pos x="141" y="469"/>
                </a:cxn>
                <a:cxn ang="0">
                  <a:pos x="46" y="509"/>
                </a:cxn>
                <a:cxn ang="0">
                  <a:pos x="0" y="636"/>
                </a:cxn>
                <a:cxn ang="0">
                  <a:pos x="55" y="779"/>
                </a:cxn>
                <a:cxn ang="0">
                  <a:pos x="1139" y="1288"/>
                </a:cxn>
                <a:cxn ang="0">
                  <a:pos x="1378" y="1256"/>
                </a:cxn>
                <a:cxn ang="0">
                  <a:pos x="1570" y="1298"/>
                </a:cxn>
                <a:cxn ang="0">
                  <a:pos x="1587" y="1260"/>
                </a:cxn>
                <a:cxn ang="0">
                  <a:pos x="1587" y="1260"/>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6" name="Freeform 12"/>
            <p:cNvSpPr/>
            <p:nvPr/>
          </p:nvSpPr>
          <p:spPr bwMode="auto">
            <a:xfrm>
              <a:off x="1022" y="3582"/>
              <a:ext cx="71" cy="129"/>
            </a:xfrm>
            <a:custGeom>
              <a:avLst/>
              <a:gdLst/>
              <a:ahLst/>
              <a:cxnLst>
                <a:cxn ang="0">
                  <a:pos x="0" y="7"/>
                </a:cxn>
                <a:cxn ang="0">
                  <a:pos x="120" y="0"/>
                </a:cxn>
                <a:cxn ang="0">
                  <a:pos x="143" y="233"/>
                </a:cxn>
                <a:cxn ang="0">
                  <a:pos x="8" y="258"/>
                </a:cxn>
                <a:cxn ang="0">
                  <a:pos x="0" y="7"/>
                </a:cxn>
                <a:cxn ang="0">
                  <a:pos x="0" y="7"/>
                </a:cxn>
              </a:cxnLst>
              <a:rect l="0" t="0" r="r" b="b"/>
              <a:pathLst>
                <a:path w="143" h="258">
                  <a:moveTo>
                    <a:pt x="0" y="7"/>
                  </a:moveTo>
                  <a:lnTo>
                    <a:pt x="120" y="0"/>
                  </a:lnTo>
                  <a:lnTo>
                    <a:pt x="143" y="233"/>
                  </a:lnTo>
                  <a:lnTo>
                    <a:pt x="8" y="258"/>
                  </a:lnTo>
                  <a:lnTo>
                    <a:pt x="0" y="7"/>
                  </a:lnTo>
                  <a:lnTo>
                    <a:pt x="0" y="7"/>
                  </a:lnTo>
                  <a:close/>
                </a:path>
              </a:pathLst>
            </a:custGeom>
            <a:solidFill>
              <a:schemeClr val="accent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7" name="Freeform 13"/>
            <p:cNvSpPr/>
            <p:nvPr/>
          </p:nvSpPr>
          <p:spPr bwMode="auto">
            <a:xfrm>
              <a:off x="20" y="3774"/>
              <a:ext cx="792" cy="410"/>
            </a:xfrm>
            <a:custGeom>
              <a:avLst/>
              <a:gdLst/>
              <a:ahLst/>
              <a:cxnLst>
                <a:cxn ang="0">
                  <a:pos x="137" y="0"/>
                </a:cxn>
                <a:cxn ang="0">
                  <a:pos x="1331" y="519"/>
                </a:cxn>
                <a:cxn ang="0">
                  <a:pos x="1428" y="638"/>
                </a:cxn>
                <a:cxn ang="0">
                  <a:pos x="1586" y="792"/>
                </a:cxn>
                <a:cxn ang="0">
                  <a:pos x="1565" y="821"/>
                </a:cxn>
                <a:cxn ang="0">
                  <a:pos x="1350" y="787"/>
                </a:cxn>
                <a:cxn ang="0">
                  <a:pos x="1145" y="811"/>
                </a:cxn>
                <a:cxn ang="0">
                  <a:pos x="42" y="298"/>
                </a:cxn>
                <a:cxn ang="0">
                  <a:pos x="0" y="150"/>
                </a:cxn>
                <a:cxn ang="0">
                  <a:pos x="46" y="32"/>
                </a:cxn>
                <a:cxn ang="0">
                  <a:pos x="137" y="0"/>
                </a:cxn>
                <a:cxn ang="0">
                  <a:pos x="137" y="0"/>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8" name="Freeform 14"/>
            <p:cNvSpPr/>
            <p:nvPr/>
          </p:nvSpPr>
          <p:spPr bwMode="auto">
            <a:xfrm>
              <a:off x="129" y="3808"/>
              <a:ext cx="525" cy="374"/>
            </a:xfrm>
            <a:custGeom>
              <a:avLst/>
              <a:gdLst/>
              <a:ahLst/>
              <a:cxnLst>
                <a:cxn ang="0">
                  <a:pos x="0" y="325"/>
                </a:cxn>
                <a:cxn ang="0">
                  <a:pos x="922" y="747"/>
                </a:cxn>
                <a:cxn ang="0">
                  <a:pos x="939" y="534"/>
                </a:cxn>
                <a:cxn ang="0">
                  <a:pos x="1049" y="422"/>
                </a:cxn>
                <a:cxn ang="0">
                  <a:pos x="78" y="0"/>
                </a:cxn>
                <a:cxn ang="0">
                  <a:pos x="0" y="127"/>
                </a:cxn>
                <a:cxn ang="0">
                  <a:pos x="0" y="325"/>
                </a:cxn>
                <a:cxn ang="0">
                  <a:pos x="0" y="325"/>
                </a:cxn>
              </a:cxnLst>
              <a:rect l="0" t="0" r="r" b="b"/>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399" name="Freeform 15"/>
            <p:cNvSpPr/>
            <p:nvPr/>
          </p:nvSpPr>
          <p:spPr bwMode="auto">
            <a:xfrm>
              <a:off x="485" y="3532"/>
              <a:ext cx="135" cy="121"/>
            </a:xfrm>
            <a:custGeom>
              <a:avLst/>
              <a:gdLst/>
              <a:ahLst/>
              <a:cxnLst>
                <a:cxn ang="0">
                  <a:pos x="0" y="28"/>
                </a:cxn>
                <a:cxn ang="0">
                  <a:pos x="160" y="0"/>
                </a:cxn>
                <a:cxn ang="0">
                  <a:pos x="251" y="36"/>
                </a:cxn>
                <a:cxn ang="0">
                  <a:pos x="272" y="139"/>
                </a:cxn>
                <a:cxn ang="0">
                  <a:pos x="164" y="146"/>
                </a:cxn>
                <a:cxn ang="0">
                  <a:pos x="32" y="241"/>
                </a:cxn>
                <a:cxn ang="0">
                  <a:pos x="0" y="28"/>
                </a:cxn>
                <a:cxn ang="0">
                  <a:pos x="0" y="28"/>
                </a:cxn>
              </a:cxnLst>
              <a:rect l="0" t="0" r="r" b="b"/>
              <a:pathLst>
                <a:path w="272" h="241">
                  <a:moveTo>
                    <a:pt x="0" y="28"/>
                  </a:moveTo>
                  <a:lnTo>
                    <a:pt x="160" y="0"/>
                  </a:lnTo>
                  <a:lnTo>
                    <a:pt x="251" y="36"/>
                  </a:lnTo>
                  <a:lnTo>
                    <a:pt x="272" y="139"/>
                  </a:lnTo>
                  <a:lnTo>
                    <a:pt x="164" y="146"/>
                  </a:lnTo>
                  <a:lnTo>
                    <a:pt x="32" y="241"/>
                  </a:lnTo>
                  <a:lnTo>
                    <a:pt x="0" y="28"/>
                  </a:lnTo>
                  <a:lnTo>
                    <a:pt x="0" y="28"/>
                  </a:lnTo>
                  <a:close/>
                </a:path>
              </a:pathLst>
            </a:custGeom>
            <a:solidFill>
              <a:schemeClr va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0" name="Freeform 16"/>
            <p:cNvSpPr/>
            <p:nvPr/>
          </p:nvSpPr>
          <p:spPr bwMode="auto">
            <a:xfrm>
              <a:off x="641" y="4163"/>
              <a:ext cx="76" cy="112"/>
            </a:xfrm>
            <a:custGeom>
              <a:avLst/>
              <a:gdLst/>
              <a:ahLst/>
              <a:cxnLst>
                <a:cxn ang="0">
                  <a:pos x="152" y="4"/>
                </a:cxn>
                <a:cxn ang="0">
                  <a:pos x="152" y="224"/>
                </a:cxn>
                <a:cxn ang="0">
                  <a:pos x="0" y="8"/>
                </a:cxn>
                <a:cxn ang="0">
                  <a:pos x="72" y="0"/>
                </a:cxn>
                <a:cxn ang="0">
                  <a:pos x="152" y="4"/>
                </a:cxn>
                <a:cxn ang="0">
                  <a:pos x="152" y="4"/>
                </a:cxn>
              </a:cxnLst>
              <a:rect l="0" t="0" r="r" b="b"/>
              <a:pathLst>
                <a:path w="152" h="224">
                  <a:moveTo>
                    <a:pt x="152" y="4"/>
                  </a:moveTo>
                  <a:lnTo>
                    <a:pt x="152" y="224"/>
                  </a:lnTo>
                  <a:lnTo>
                    <a:pt x="0" y="8"/>
                  </a:lnTo>
                  <a:lnTo>
                    <a:pt x="72" y="0"/>
                  </a:lnTo>
                  <a:lnTo>
                    <a:pt x="152" y="4"/>
                  </a:lnTo>
                  <a:lnTo>
                    <a:pt x="152" y="4"/>
                  </a:lnTo>
                  <a:close/>
                </a:path>
              </a:pathLst>
            </a:custGeom>
            <a:solidFill>
              <a:schemeClr va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1" name="Freeform 17"/>
            <p:cNvSpPr/>
            <p:nvPr/>
          </p:nvSpPr>
          <p:spPr bwMode="auto">
            <a:xfrm>
              <a:off x="504" y="3607"/>
              <a:ext cx="193" cy="383"/>
            </a:xfrm>
            <a:custGeom>
              <a:avLst/>
              <a:gdLst/>
              <a:ahLst/>
              <a:cxnLst>
                <a:cxn ang="0">
                  <a:pos x="0" y="80"/>
                </a:cxn>
                <a:cxn ang="0">
                  <a:pos x="87" y="0"/>
                </a:cxn>
                <a:cxn ang="0">
                  <a:pos x="232" y="6"/>
                </a:cxn>
                <a:cxn ang="0">
                  <a:pos x="386" y="764"/>
                </a:cxn>
                <a:cxn ang="0">
                  <a:pos x="279" y="720"/>
                </a:cxn>
                <a:cxn ang="0">
                  <a:pos x="152" y="677"/>
                </a:cxn>
                <a:cxn ang="0">
                  <a:pos x="0" y="80"/>
                </a:cxn>
                <a:cxn ang="0">
                  <a:pos x="0" y="80"/>
                </a:cxn>
              </a:cxnLst>
              <a:rect l="0" t="0" r="r" b="b"/>
              <a:pathLst>
                <a:path w="386" h="764">
                  <a:moveTo>
                    <a:pt x="0" y="80"/>
                  </a:moveTo>
                  <a:lnTo>
                    <a:pt x="87" y="0"/>
                  </a:lnTo>
                  <a:lnTo>
                    <a:pt x="232" y="6"/>
                  </a:lnTo>
                  <a:lnTo>
                    <a:pt x="386" y="764"/>
                  </a:lnTo>
                  <a:lnTo>
                    <a:pt x="279" y="720"/>
                  </a:lnTo>
                  <a:lnTo>
                    <a:pt x="152" y="677"/>
                  </a:lnTo>
                  <a:lnTo>
                    <a:pt x="0" y="80"/>
                  </a:lnTo>
                  <a:lnTo>
                    <a:pt x="0" y="80"/>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2" name="Freeform 18"/>
            <p:cNvSpPr/>
            <p:nvPr/>
          </p:nvSpPr>
          <p:spPr bwMode="auto">
            <a:xfrm>
              <a:off x="668" y="3590"/>
              <a:ext cx="364" cy="174"/>
            </a:xfrm>
            <a:custGeom>
              <a:avLst/>
              <a:gdLst/>
              <a:ahLst/>
              <a:cxnLst>
                <a:cxn ang="0">
                  <a:pos x="692" y="0"/>
                </a:cxn>
                <a:cxn ang="0">
                  <a:pos x="0" y="106"/>
                </a:cxn>
                <a:cxn ang="0">
                  <a:pos x="28" y="348"/>
                </a:cxn>
                <a:cxn ang="0">
                  <a:pos x="715" y="237"/>
                </a:cxn>
                <a:cxn ang="0">
                  <a:pos x="728" y="43"/>
                </a:cxn>
                <a:cxn ang="0">
                  <a:pos x="692" y="0"/>
                </a:cxn>
                <a:cxn ang="0">
                  <a:pos x="692" y="0"/>
                </a:cxn>
              </a:cxnLst>
              <a:rect l="0" t="0" r="r" b="b"/>
              <a:pathLst>
                <a:path w="728" h="348">
                  <a:moveTo>
                    <a:pt x="692" y="0"/>
                  </a:moveTo>
                  <a:lnTo>
                    <a:pt x="0" y="106"/>
                  </a:lnTo>
                  <a:lnTo>
                    <a:pt x="28" y="348"/>
                  </a:lnTo>
                  <a:lnTo>
                    <a:pt x="715" y="237"/>
                  </a:lnTo>
                  <a:lnTo>
                    <a:pt x="728" y="43"/>
                  </a:lnTo>
                  <a:lnTo>
                    <a:pt x="692" y="0"/>
                  </a:lnTo>
                  <a:lnTo>
                    <a:pt x="692" y="0"/>
                  </a:lnTo>
                  <a:close/>
                </a:path>
              </a:pathLst>
            </a:custGeom>
            <a:solidFill>
              <a:schemeClr val="bg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3" name="Freeform 19"/>
            <p:cNvSpPr/>
            <p:nvPr/>
          </p:nvSpPr>
          <p:spPr bwMode="auto">
            <a:xfrm>
              <a:off x="347" y="3693"/>
              <a:ext cx="156" cy="67"/>
            </a:xfrm>
            <a:custGeom>
              <a:avLst/>
              <a:gdLst/>
              <a:ahLst/>
              <a:cxnLst>
                <a:cxn ang="0">
                  <a:pos x="272" y="0"/>
                </a:cxn>
                <a:cxn ang="0">
                  <a:pos x="0" y="78"/>
                </a:cxn>
                <a:cxn ang="0">
                  <a:pos x="312" y="135"/>
                </a:cxn>
                <a:cxn ang="0">
                  <a:pos x="272" y="0"/>
                </a:cxn>
                <a:cxn ang="0">
                  <a:pos x="272" y="0"/>
                </a:cxn>
              </a:cxnLst>
              <a:rect l="0" t="0" r="r" b="b"/>
              <a:pathLst>
                <a:path w="312" h="135">
                  <a:moveTo>
                    <a:pt x="272" y="0"/>
                  </a:moveTo>
                  <a:lnTo>
                    <a:pt x="0" y="78"/>
                  </a:lnTo>
                  <a:lnTo>
                    <a:pt x="312" y="135"/>
                  </a:lnTo>
                  <a:lnTo>
                    <a:pt x="272" y="0"/>
                  </a:lnTo>
                  <a:lnTo>
                    <a:pt x="272" y="0"/>
                  </a:lnTo>
                  <a:close/>
                </a:path>
              </a:pathLst>
            </a:custGeom>
            <a:solidFill>
              <a:schemeClr val="accent1"/>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2084" name="Group 20"/>
            <p:cNvGrpSpPr/>
            <p:nvPr userDrawn="1"/>
          </p:nvGrpSpPr>
          <p:grpSpPr>
            <a:xfrm>
              <a:off x="5" y="3490"/>
              <a:ext cx="1124" cy="780"/>
              <a:chOff x="5" y="3490"/>
              <a:chExt cx="1124" cy="780"/>
            </a:xfrm>
          </p:grpSpPr>
          <p:grpSp>
            <p:nvGrpSpPr>
              <p:cNvPr id="2085" name="Group 21"/>
              <p:cNvGrpSpPr/>
              <p:nvPr userDrawn="1"/>
            </p:nvGrpSpPr>
            <p:grpSpPr>
              <a:xfrm>
                <a:off x="499" y="3562"/>
                <a:ext cx="548" cy="708"/>
                <a:chOff x="499" y="3562"/>
                <a:chExt cx="548" cy="708"/>
              </a:xfrm>
            </p:grpSpPr>
            <p:sp>
              <p:nvSpPr>
                <p:cNvPr id="16406" name="Freeform 22"/>
                <p:cNvSpPr/>
                <p:nvPr/>
              </p:nvSpPr>
              <p:spPr bwMode="auto">
                <a:xfrm>
                  <a:off x="499" y="3587"/>
                  <a:ext cx="157" cy="87"/>
                </a:xfrm>
                <a:custGeom>
                  <a:avLst/>
                  <a:gdLst/>
                  <a:ahLst/>
                  <a:cxnLst>
                    <a:cxn ang="0">
                      <a:pos x="0" y="107"/>
                    </a:cxn>
                    <a:cxn ang="0">
                      <a:pos x="114" y="10"/>
                    </a:cxn>
                    <a:cxn ang="0">
                      <a:pos x="213" y="0"/>
                    </a:cxn>
                    <a:cxn ang="0">
                      <a:pos x="292" y="27"/>
                    </a:cxn>
                    <a:cxn ang="0">
                      <a:pos x="313" y="91"/>
                    </a:cxn>
                    <a:cxn ang="0">
                      <a:pos x="167" y="67"/>
                    </a:cxn>
                    <a:cxn ang="0">
                      <a:pos x="74" y="101"/>
                    </a:cxn>
                    <a:cxn ang="0">
                      <a:pos x="13" y="175"/>
                    </a:cxn>
                    <a:cxn ang="0">
                      <a:pos x="0" y="107"/>
                    </a:cxn>
                    <a:cxn ang="0">
                      <a:pos x="0" y="107"/>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7" name="Freeform 23"/>
                <p:cNvSpPr/>
                <p:nvPr/>
              </p:nvSpPr>
              <p:spPr bwMode="auto">
                <a:xfrm>
                  <a:off x="636" y="4137"/>
                  <a:ext cx="115" cy="133"/>
                </a:xfrm>
                <a:custGeom>
                  <a:avLst/>
                  <a:gdLst/>
                  <a:ahLst/>
                  <a:cxnLst>
                    <a:cxn ang="0">
                      <a:pos x="0" y="40"/>
                    </a:cxn>
                    <a:cxn ang="0">
                      <a:pos x="160" y="266"/>
                    </a:cxn>
                    <a:cxn ang="0">
                      <a:pos x="230" y="251"/>
                    </a:cxn>
                    <a:cxn ang="0">
                      <a:pos x="223" y="17"/>
                    </a:cxn>
                    <a:cxn ang="0">
                      <a:pos x="166" y="0"/>
                    </a:cxn>
                    <a:cxn ang="0">
                      <a:pos x="179" y="197"/>
                    </a:cxn>
                    <a:cxn ang="0">
                      <a:pos x="71" y="4"/>
                    </a:cxn>
                    <a:cxn ang="0">
                      <a:pos x="0" y="40"/>
                    </a:cxn>
                    <a:cxn ang="0">
                      <a:pos x="0" y="40"/>
                    </a:cxn>
                  </a:cxnLst>
                  <a:rect l="0" t="0" r="r" b="b"/>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08" name="Freeform 24"/>
                <p:cNvSpPr/>
                <p:nvPr/>
              </p:nvSpPr>
              <p:spPr bwMode="auto">
                <a:xfrm>
                  <a:off x="1004" y="3562"/>
                  <a:ext cx="43" cy="117"/>
                </a:xfrm>
                <a:custGeom>
                  <a:avLst/>
                  <a:gdLst/>
                  <a:ahLst/>
                  <a:cxnLst>
                    <a:cxn ang="0">
                      <a:pos x="0" y="19"/>
                    </a:cxn>
                    <a:cxn ang="0">
                      <a:pos x="36" y="93"/>
                    </a:cxn>
                    <a:cxn ang="0">
                      <a:pos x="44" y="154"/>
                    </a:cxn>
                    <a:cxn ang="0">
                      <a:pos x="27" y="234"/>
                    </a:cxn>
                    <a:cxn ang="0">
                      <a:pos x="80" y="220"/>
                    </a:cxn>
                    <a:cxn ang="0">
                      <a:pos x="87" y="116"/>
                    </a:cxn>
                    <a:cxn ang="0">
                      <a:pos x="46" y="0"/>
                    </a:cxn>
                    <a:cxn ang="0">
                      <a:pos x="0" y="19"/>
                    </a:cxn>
                    <a:cxn ang="0">
                      <a:pos x="0" y="19"/>
                    </a:cxn>
                  </a:cxnLst>
                  <a:rect l="0" t="0" r="r" b="b"/>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sp>
            <p:nvSpPr>
              <p:cNvPr id="16409" name="Freeform 25"/>
              <p:cNvSpPr/>
              <p:nvPr/>
            </p:nvSpPr>
            <p:spPr bwMode="auto">
              <a:xfrm>
                <a:off x="76" y="3732"/>
                <a:ext cx="595" cy="250"/>
              </a:xfrm>
              <a:custGeom>
                <a:avLst/>
                <a:gdLst/>
                <a:ahLst/>
                <a:cxnLst>
                  <a:cxn ang="0">
                    <a:pos x="100" y="0"/>
                  </a:cxn>
                  <a:cxn ang="0">
                    <a:pos x="1190" y="490"/>
                  </a:cxn>
                  <a:cxn ang="0">
                    <a:pos x="1076" y="500"/>
                  </a:cxn>
                  <a:cxn ang="0">
                    <a:pos x="0" y="27"/>
                  </a:cxn>
                  <a:cxn ang="0">
                    <a:pos x="100" y="0"/>
                  </a:cxn>
                  <a:cxn ang="0">
                    <a:pos x="100" y="0"/>
                  </a:cxn>
                </a:cxnLst>
                <a:rect l="0" t="0" r="r" b="b"/>
                <a:pathLst>
                  <a:path w="1190" h="500">
                    <a:moveTo>
                      <a:pt x="100" y="0"/>
                    </a:moveTo>
                    <a:lnTo>
                      <a:pt x="1190" y="490"/>
                    </a:lnTo>
                    <a:lnTo>
                      <a:pt x="1076" y="500"/>
                    </a:lnTo>
                    <a:lnTo>
                      <a:pt x="0" y="27"/>
                    </a:lnTo>
                    <a:lnTo>
                      <a:pt x="100" y="0"/>
                    </a:lnTo>
                    <a:lnTo>
                      <a:pt x="10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0" name="Freeform 26"/>
              <p:cNvSpPr/>
              <p:nvPr/>
            </p:nvSpPr>
            <p:spPr bwMode="auto">
              <a:xfrm>
                <a:off x="260" y="3886"/>
                <a:ext cx="244" cy="148"/>
              </a:xfrm>
              <a:custGeom>
                <a:avLst/>
                <a:gdLst/>
                <a:ahLst/>
                <a:cxnLst>
                  <a:cxn ang="0">
                    <a:pos x="14" y="34"/>
                  </a:cxn>
                  <a:cxn ang="0">
                    <a:pos x="160" y="66"/>
                  </a:cxn>
                  <a:cxn ang="0">
                    <a:pos x="324" y="137"/>
                  </a:cxn>
                  <a:cxn ang="0">
                    <a:pos x="440" y="243"/>
                  </a:cxn>
                  <a:cxn ang="0">
                    <a:pos x="326" y="230"/>
                  </a:cxn>
                  <a:cxn ang="0">
                    <a:pos x="139" y="146"/>
                  </a:cxn>
                  <a:cxn ang="0">
                    <a:pos x="50" y="80"/>
                  </a:cxn>
                  <a:cxn ang="0">
                    <a:pos x="107" y="163"/>
                  </a:cxn>
                  <a:cxn ang="0">
                    <a:pos x="272" y="270"/>
                  </a:cxn>
                  <a:cxn ang="0">
                    <a:pos x="466" y="296"/>
                  </a:cxn>
                  <a:cxn ang="0">
                    <a:pos x="489" y="224"/>
                  </a:cxn>
                  <a:cxn ang="0">
                    <a:pos x="394" y="120"/>
                  </a:cxn>
                  <a:cxn ang="0">
                    <a:pos x="170" y="17"/>
                  </a:cxn>
                  <a:cxn ang="0">
                    <a:pos x="0" y="0"/>
                  </a:cxn>
                  <a:cxn ang="0">
                    <a:pos x="14" y="34"/>
                  </a:cxn>
                  <a:cxn ang="0">
                    <a:pos x="14" y="34"/>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1" name="Freeform 27"/>
              <p:cNvSpPr/>
              <p:nvPr/>
            </p:nvSpPr>
            <p:spPr bwMode="auto">
              <a:xfrm>
                <a:off x="565" y="3680"/>
                <a:ext cx="107" cy="238"/>
              </a:xfrm>
              <a:custGeom>
                <a:avLst/>
                <a:gdLst/>
                <a:ahLst/>
                <a:cxnLst>
                  <a:cxn ang="0">
                    <a:pos x="24" y="0"/>
                  </a:cxn>
                  <a:cxn ang="0">
                    <a:pos x="91" y="25"/>
                  </a:cxn>
                  <a:cxn ang="0">
                    <a:pos x="80" y="192"/>
                  </a:cxn>
                  <a:cxn ang="0">
                    <a:pos x="106" y="327"/>
                  </a:cxn>
                  <a:cxn ang="0">
                    <a:pos x="213" y="451"/>
                  </a:cxn>
                  <a:cxn ang="0">
                    <a:pos x="97" y="478"/>
                  </a:cxn>
                  <a:cxn ang="0">
                    <a:pos x="30" y="344"/>
                  </a:cxn>
                  <a:cxn ang="0">
                    <a:pos x="0" y="57"/>
                  </a:cxn>
                  <a:cxn ang="0">
                    <a:pos x="24" y="0"/>
                  </a:cxn>
                  <a:cxn ang="0">
                    <a:pos x="24" y="0"/>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2089" name="Group 28"/>
              <p:cNvGrpSpPr/>
              <p:nvPr userDrawn="1"/>
            </p:nvGrpSpPr>
            <p:grpSpPr>
              <a:xfrm>
                <a:off x="5" y="3490"/>
                <a:ext cx="1124" cy="678"/>
                <a:chOff x="5" y="3490"/>
                <a:chExt cx="1124" cy="678"/>
              </a:xfrm>
            </p:grpSpPr>
            <p:sp>
              <p:nvSpPr>
                <p:cNvPr id="16413" name="Freeform 29"/>
                <p:cNvSpPr/>
                <p:nvPr/>
              </p:nvSpPr>
              <p:spPr bwMode="auto">
                <a:xfrm>
                  <a:off x="669" y="4048"/>
                  <a:ext cx="75" cy="87"/>
                </a:xfrm>
                <a:custGeom>
                  <a:avLst/>
                  <a:gdLst/>
                  <a:ahLst/>
                  <a:cxnLst>
                    <a:cxn ang="0">
                      <a:pos x="110" y="0"/>
                    </a:cxn>
                    <a:cxn ang="0">
                      <a:pos x="40" y="66"/>
                    </a:cxn>
                    <a:cxn ang="0">
                      <a:pos x="0" y="173"/>
                    </a:cxn>
                    <a:cxn ang="0">
                      <a:pos x="80" y="160"/>
                    </a:cxn>
                    <a:cxn ang="0">
                      <a:pos x="103" y="84"/>
                    </a:cxn>
                    <a:cxn ang="0">
                      <a:pos x="150" y="27"/>
                    </a:cxn>
                    <a:cxn ang="0">
                      <a:pos x="110" y="0"/>
                    </a:cxn>
                    <a:cxn ang="0">
                      <a:pos x="110" y="0"/>
                    </a:cxn>
                  </a:cxnLst>
                  <a:rect l="0" t="0" r="r" b="b"/>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4" name="Freeform 30"/>
                <p:cNvSpPr/>
                <p:nvPr/>
              </p:nvSpPr>
              <p:spPr bwMode="auto">
                <a:xfrm>
                  <a:off x="5" y="3728"/>
                  <a:ext cx="842" cy="440"/>
                </a:xfrm>
                <a:custGeom>
                  <a:avLst/>
                  <a:gdLst/>
                  <a:ahLst/>
                  <a:cxnLst>
                    <a:cxn ang="0">
                      <a:pos x="156" y="0"/>
                    </a:cxn>
                    <a:cxn ang="0">
                      <a:pos x="63" y="52"/>
                    </a:cxn>
                    <a:cxn ang="0">
                      <a:pos x="0" y="208"/>
                    </a:cxn>
                    <a:cxn ang="0">
                      <a:pos x="67" y="358"/>
                    </a:cxn>
                    <a:cxn ang="0">
                      <a:pos x="1182" y="867"/>
                    </a:cxn>
                    <a:cxn ang="0">
                      <a:pos x="1422" y="835"/>
                    </a:cxn>
                    <a:cxn ang="0">
                      <a:pos x="1616" y="880"/>
                    </a:cxn>
                    <a:cxn ang="0">
                      <a:pos x="1684" y="808"/>
                    </a:cxn>
                    <a:cxn ang="0">
                      <a:pos x="1502" y="664"/>
                    </a:cxn>
                    <a:cxn ang="0">
                      <a:pos x="1428" y="512"/>
                    </a:cxn>
                    <a:cxn ang="0">
                      <a:pos x="1369" y="527"/>
                    </a:cxn>
                    <a:cxn ang="0">
                      <a:pos x="1439" y="664"/>
                    </a:cxn>
                    <a:cxn ang="0">
                      <a:pos x="1578" y="810"/>
                    </a:cxn>
                    <a:cxn ang="0">
                      <a:pos x="1413" y="787"/>
                    </a:cxn>
                    <a:cxn ang="0">
                      <a:pos x="1219" y="814"/>
                    </a:cxn>
                    <a:cxn ang="0">
                      <a:pos x="1255" y="650"/>
                    </a:cxn>
                    <a:cxn ang="0">
                      <a:pos x="1338" y="538"/>
                    </a:cxn>
                    <a:cxn ang="0">
                      <a:pos x="1241" y="552"/>
                    </a:cxn>
                    <a:cxn ang="0">
                      <a:pos x="1165" y="658"/>
                    </a:cxn>
                    <a:cxn ang="0">
                      <a:pos x="1139" y="791"/>
                    </a:cxn>
                    <a:cxn ang="0">
                      <a:pos x="107" y="310"/>
                    </a:cxn>
                    <a:cxn ang="0">
                      <a:pos x="80" y="215"/>
                    </a:cxn>
                    <a:cxn ang="0">
                      <a:pos x="103" y="95"/>
                    </a:cxn>
                    <a:cxn ang="0">
                      <a:pos x="217" y="0"/>
                    </a:cxn>
                    <a:cxn ang="0">
                      <a:pos x="156" y="0"/>
                    </a:cxn>
                    <a:cxn ang="0">
                      <a:pos x="156" y="0"/>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5" name="Freeform 31"/>
                <p:cNvSpPr/>
                <p:nvPr/>
              </p:nvSpPr>
              <p:spPr bwMode="auto">
                <a:xfrm>
                  <a:off x="106" y="3770"/>
                  <a:ext cx="80" cy="167"/>
                </a:xfrm>
                <a:custGeom>
                  <a:avLst/>
                  <a:gdLst/>
                  <a:ahLst/>
                  <a:cxnLst>
                    <a:cxn ang="0">
                      <a:pos x="116" y="0"/>
                    </a:cxn>
                    <a:cxn ang="0">
                      <a:pos x="19" y="106"/>
                    </a:cxn>
                    <a:cxn ang="0">
                      <a:pos x="0" y="230"/>
                    </a:cxn>
                    <a:cxn ang="0">
                      <a:pos x="33" y="314"/>
                    </a:cxn>
                    <a:cxn ang="0">
                      <a:pos x="94" y="335"/>
                    </a:cxn>
                    <a:cxn ang="0">
                      <a:pos x="76" y="154"/>
                    </a:cxn>
                    <a:cxn ang="0">
                      <a:pos x="160" y="17"/>
                    </a:cxn>
                    <a:cxn ang="0">
                      <a:pos x="116" y="0"/>
                    </a:cxn>
                    <a:cxn ang="0">
                      <a:pos x="116" y="0"/>
                    </a:cxn>
                  </a:cxnLst>
                  <a:rect l="0" t="0" r="r" b="b"/>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6" name="Freeform 32"/>
                <p:cNvSpPr/>
                <p:nvPr/>
              </p:nvSpPr>
              <p:spPr bwMode="auto">
                <a:xfrm>
                  <a:off x="449" y="3490"/>
                  <a:ext cx="322" cy="594"/>
                </a:xfrm>
                <a:custGeom>
                  <a:avLst/>
                  <a:gdLst/>
                  <a:ahLst/>
                  <a:cxnLst>
                    <a:cxn ang="0">
                      <a:pos x="218" y="896"/>
                    </a:cxn>
                    <a:cxn ang="0">
                      <a:pos x="0" y="124"/>
                    </a:cxn>
                    <a:cxn ang="0">
                      <a:pos x="81" y="38"/>
                    </a:cxn>
                    <a:cxn ang="0">
                      <a:pos x="258" y="0"/>
                    </a:cxn>
                    <a:cxn ang="0">
                      <a:pos x="399" y="57"/>
                    </a:cxn>
                    <a:cxn ang="0">
                      <a:pos x="642" y="1188"/>
                    </a:cxn>
                    <a:cxn ang="0">
                      <a:pos x="555" y="1091"/>
                    </a:cxn>
                    <a:cxn ang="0">
                      <a:pos x="355" y="97"/>
                    </a:cxn>
                    <a:cxn ang="0">
                      <a:pos x="226" y="61"/>
                    </a:cxn>
                    <a:cxn ang="0">
                      <a:pos x="119" y="74"/>
                    </a:cxn>
                    <a:cxn ang="0">
                      <a:pos x="76" y="141"/>
                    </a:cxn>
                    <a:cxn ang="0">
                      <a:pos x="306" y="924"/>
                    </a:cxn>
                    <a:cxn ang="0">
                      <a:pos x="218" y="896"/>
                    </a:cxn>
                    <a:cxn ang="0">
                      <a:pos x="218" y="896"/>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7" name="Freeform 33"/>
                <p:cNvSpPr/>
                <p:nvPr/>
              </p:nvSpPr>
              <p:spPr bwMode="auto">
                <a:xfrm>
                  <a:off x="578" y="3650"/>
                  <a:ext cx="96" cy="252"/>
                </a:xfrm>
                <a:custGeom>
                  <a:avLst/>
                  <a:gdLst/>
                  <a:ahLst/>
                  <a:cxnLst>
                    <a:cxn ang="0">
                      <a:pos x="0" y="27"/>
                    </a:cxn>
                    <a:cxn ang="0">
                      <a:pos x="76" y="194"/>
                    </a:cxn>
                    <a:cxn ang="0">
                      <a:pos x="113" y="318"/>
                    </a:cxn>
                    <a:cxn ang="0">
                      <a:pos x="116" y="504"/>
                    </a:cxn>
                    <a:cxn ang="0">
                      <a:pos x="192" y="504"/>
                    </a:cxn>
                    <a:cxn ang="0">
                      <a:pos x="187" y="360"/>
                    </a:cxn>
                    <a:cxn ang="0">
                      <a:pos x="162" y="208"/>
                    </a:cxn>
                    <a:cxn ang="0">
                      <a:pos x="99" y="59"/>
                    </a:cxn>
                    <a:cxn ang="0">
                      <a:pos x="63" y="0"/>
                    </a:cxn>
                    <a:cxn ang="0">
                      <a:pos x="0" y="27"/>
                    </a:cxn>
                    <a:cxn ang="0">
                      <a:pos x="0" y="27"/>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8" name="Freeform 34"/>
                <p:cNvSpPr/>
                <p:nvPr/>
              </p:nvSpPr>
              <p:spPr bwMode="auto">
                <a:xfrm>
                  <a:off x="328" y="3630"/>
                  <a:ext cx="195" cy="135"/>
                </a:xfrm>
                <a:custGeom>
                  <a:avLst/>
                  <a:gdLst/>
                  <a:ahLst/>
                  <a:cxnLst>
                    <a:cxn ang="0">
                      <a:pos x="297" y="0"/>
                    </a:cxn>
                    <a:cxn ang="0">
                      <a:pos x="257" y="17"/>
                    </a:cxn>
                    <a:cxn ang="0">
                      <a:pos x="253" y="66"/>
                    </a:cxn>
                    <a:cxn ang="0">
                      <a:pos x="0" y="169"/>
                    </a:cxn>
                    <a:cxn ang="0">
                      <a:pos x="0" y="222"/>
                    </a:cxn>
                    <a:cxn ang="0">
                      <a:pos x="284" y="226"/>
                    </a:cxn>
                    <a:cxn ang="0">
                      <a:pos x="320" y="269"/>
                    </a:cxn>
                    <a:cxn ang="0">
                      <a:pos x="390" y="266"/>
                    </a:cxn>
                    <a:cxn ang="0">
                      <a:pos x="383" y="190"/>
                    </a:cxn>
                    <a:cxn ang="0">
                      <a:pos x="116" y="176"/>
                    </a:cxn>
                    <a:cxn ang="0">
                      <a:pos x="333" y="89"/>
                    </a:cxn>
                    <a:cxn ang="0">
                      <a:pos x="297" y="0"/>
                    </a:cxn>
                    <a:cxn ang="0">
                      <a:pos x="297" y="0"/>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19" name="Freeform 35"/>
                <p:cNvSpPr/>
                <p:nvPr/>
              </p:nvSpPr>
              <p:spPr bwMode="auto">
                <a:xfrm>
                  <a:off x="658" y="3538"/>
                  <a:ext cx="471" cy="212"/>
                </a:xfrm>
                <a:custGeom>
                  <a:avLst/>
                  <a:gdLst/>
                  <a:ahLst/>
                  <a:cxnLst>
                    <a:cxn ang="0">
                      <a:pos x="0" y="131"/>
                    </a:cxn>
                    <a:cxn ang="0">
                      <a:pos x="863" y="0"/>
                    </a:cxn>
                    <a:cxn ang="0">
                      <a:pos x="926" y="78"/>
                    </a:cxn>
                    <a:cxn ang="0">
                      <a:pos x="941" y="181"/>
                    </a:cxn>
                    <a:cxn ang="0">
                      <a:pos x="903" y="282"/>
                    </a:cxn>
                    <a:cxn ang="0">
                      <a:pos x="57" y="424"/>
                    </a:cxn>
                    <a:cxn ang="0">
                      <a:pos x="53" y="384"/>
                    </a:cxn>
                    <a:cxn ang="0">
                      <a:pos x="863" y="242"/>
                    </a:cxn>
                    <a:cxn ang="0">
                      <a:pos x="893" y="145"/>
                    </a:cxn>
                    <a:cxn ang="0">
                      <a:pos x="840" y="57"/>
                    </a:cxn>
                    <a:cxn ang="0">
                      <a:pos x="0" y="185"/>
                    </a:cxn>
                    <a:cxn ang="0">
                      <a:pos x="0" y="131"/>
                    </a:cxn>
                    <a:cxn ang="0">
                      <a:pos x="0" y="131"/>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20" name="Freeform 36"/>
                <p:cNvSpPr/>
                <p:nvPr/>
              </p:nvSpPr>
              <p:spPr bwMode="auto">
                <a:xfrm>
                  <a:off x="717" y="3606"/>
                  <a:ext cx="245" cy="86"/>
                </a:xfrm>
                <a:custGeom>
                  <a:avLst/>
                  <a:gdLst/>
                  <a:ahLst/>
                  <a:cxnLst>
                    <a:cxn ang="0">
                      <a:pos x="0" y="126"/>
                    </a:cxn>
                    <a:cxn ang="0">
                      <a:pos x="66" y="173"/>
                    </a:cxn>
                    <a:cxn ang="0">
                      <a:pos x="222" y="166"/>
                    </a:cxn>
                    <a:cxn ang="0">
                      <a:pos x="418" y="116"/>
                    </a:cxn>
                    <a:cxn ang="0">
                      <a:pos x="488" y="42"/>
                    </a:cxn>
                    <a:cxn ang="0">
                      <a:pos x="443" y="2"/>
                    </a:cxn>
                    <a:cxn ang="0">
                      <a:pos x="253" y="0"/>
                    </a:cxn>
                    <a:cxn ang="0">
                      <a:pos x="110" y="12"/>
                    </a:cxn>
                    <a:cxn ang="0">
                      <a:pos x="15" y="76"/>
                    </a:cxn>
                    <a:cxn ang="0">
                      <a:pos x="112" y="95"/>
                    </a:cxn>
                    <a:cxn ang="0">
                      <a:pos x="275" y="53"/>
                    </a:cxn>
                    <a:cxn ang="0">
                      <a:pos x="416" y="53"/>
                    </a:cxn>
                    <a:cxn ang="0">
                      <a:pos x="268" y="110"/>
                    </a:cxn>
                    <a:cxn ang="0">
                      <a:pos x="142" y="126"/>
                    </a:cxn>
                    <a:cxn ang="0">
                      <a:pos x="0" y="126"/>
                    </a:cxn>
                    <a:cxn ang="0">
                      <a:pos x="0" y="126"/>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grpSp>
      <p:grpSp>
        <p:nvGrpSpPr>
          <p:cNvPr id="2059" name="Group 37"/>
          <p:cNvGrpSpPr/>
          <p:nvPr/>
        </p:nvGrpSpPr>
        <p:grpSpPr>
          <a:xfrm>
            <a:off x="8680450" y="2116138"/>
            <a:ext cx="385763" cy="4308475"/>
            <a:chOff x="5468" y="1333"/>
            <a:chExt cx="243" cy="2714"/>
          </a:xfrm>
        </p:grpSpPr>
        <p:sp>
          <p:nvSpPr>
            <p:cNvPr id="16422" name="Freeform 38"/>
            <p:cNvSpPr/>
            <p:nvPr/>
          </p:nvSpPr>
          <p:spPr bwMode="auto">
            <a:xfrm flipH="1">
              <a:off x="5468" y="2620"/>
              <a:ext cx="205" cy="1427"/>
            </a:xfrm>
            <a:custGeom>
              <a:avLst/>
              <a:gdLst/>
              <a:ahLst/>
              <a:cxnLst>
                <a:cxn ang="0">
                  <a:pos x="692" y="3156"/>
                </a:cxn>
                <a:cxn ang="0">
                  <a:pos x="380" y="2945"/>
                </a:cxn>
                <a:cxn ang="0">
                  <a:pos x="319" y="2783"/>
                </a:cxn>
                <a:cxn ang="0">
                  <a:pos x="371" y="2542"/>
                </a:cxn>
                <a:cxn ang="0">
                  <a:pos x="591" y="2251"/>
                </a:cxn>
                <a:cxn ang="0">
                  <a:pos x="641" y="2070"/>
                </a:cxn>
                <a:cxn ang="0">
                  <a:pos x="591" y="1948"/>
                </a:cxn>
                <a:cxn ang="0">
                  <a:pos x="401" y="1859"/>
                </a:cxn>
                <a:cxn ang="0">
                  <a:pos x="361" y="1747"/>
                </a:cxn>
                <a:cxn ang="0">
                  <a:pos x="430" y="1587"/>
                </a:cxn>
                <a:cxn ang="0">
                  <a:pos x="741" y="1156"/>
                </a:cxn>
                <a:cxn ang="0">
                  <a:pos x="772" y="945"/>
                </a:cxn>
                <a:cxn ang="0">
                  <a:pos x="692" y="713"/>
                </a:cxn>
                <a:cxn ang="0">
                  <a:pos x="430" y="603"/>
                </a:cxn>
                <a:cxn ang="0">
                  <a:pos x="200" y="422"/>
                </a:cxn>
                <a:cxn ang="0">
                  <a:pos x="0" y="0"/>
                </a:cxn>
                <a:cxn ang="0">
                  <a:pos x="29" y="382"/>
                </a:cxn>
                <a:cxn ang="0">
                  <a:pos x="179" y="612"/>
                </a:cxn>
                <a:cxn ang="0">
                  <a:pos x="380" y="753"/>
                </a:cxn>
                <a:cxn ang="0">
                  <a:pos x="601" y="833"/>
                </a:cxn>
                <a:cxn ang="0">
                  <a:pos x="612" y="1044"/>
                </a:cxn>
                <a:cxn ang="0">
                  <a:pos x="500" y="1266"/>
                </a:cxn>
                <a:cxn ang="0">
                  <a:pos x="240" y="1658"/>
                </a:cxn>
                <a:cxn ang="0">
                  <a:pos x="230" y="1909"/>
                </a:cxn>
                <a:cxn ang="0">
                  <a:pos x="471" y="2049"/>
                </a:cxn>
                <a:cxn ang="0">
                  <a:pos x="460" y="2180"/>
                </a:cxn>
                <a:cxn ang="0">
                  <a:pos x="249" y="2452"/>
                </a:cxn>
                <a:cxn ang="0">
                  <a:pos x="160" y="2713"/>
                </a:cxn>
                <a:cxn ang="0">
                  <a:pos x="240" y="2994"/>
                </a:cxn>
                <a:cxn ang="0">
                  <a:pos x="430" y="3144"/>
                </a:cxn>
                <a:cxn ang="0">
                  <a:pos x="671" y="3266"/>
                </a:cxn>
                <a:cxn ang="0">
                  <a:pos x="692" y="3156"/>
                </a:cxn>
                <a:cxn ang="0">
                  <a:pos x="692" y="3156"/>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23" name="Freeform 39"/>
            <p:cNvSpPr/>
            <p:nvPr/>
          </p:nvSpPr>
          <p:spPr bwMode="auto">
            <a:xfrm flipH="1">
              <a:off x="5506" y="1333"/>
              <a:ext cx="205" cy="1633"/>
            </a:xfrm>
            <a:custGeom>
              <a:avLst/>
              <a:gdLst/>
              <a:ahLst/>
              <a:cxnLst>
                <a:cxn ang="0">
                  <a:pos x="692" y="3156"/>
                </a:cxn>
                <a:cxn ang="0">
                  <a:pos x="380" y="2945"/>
                </a:cxn>
                <a:cxn ang="0">
                  <a:pos x="319" y="2783"/>
                </a:cxn>
                <a:cxn ang="0">
                  <a:pos x="371" y="2542"/>
                </a:cxn>
                <a:cxn ang="0">
                  <a:pos x="591" y="2251"/>
                </a:cxn>
                <a:cxn ang="0">
                  <a:pos x="641" y="2070"/>
                </a:cxn>
                <a:cxn ang="0">
                  <a:pos x="591" y="1948"/>
                </a:cxn>
                <a:cxn ang="0">
                  <a:pos x="401" y="1859"/>
                </a:cxn>
                <a:cxn ang="0">
                  <a:pos x="361" y="1747"/>
                </a:cxn>
                <a:cxn ang="0">
                  <a:pos x="430" y="1587"/>
                </a:cxn>
                <a:cxn ang="0">
                  <a:pos x="741" y="1156"/>
                </a:cxn>
                <a:cxn ang="0">
                  <a:pos x="772" y="945"/>
                </a:cxn>
                <a:cxn ang="0">
                  <a:pos x="692" y="713"/>
                </a:cxn>
                <a:cxn ang="0">
                  <a:pos x="430" y="603"/>
                </a:cxn>
                <a:cxn ang="0">
                  <a:pos x="200" y="422"/>
                </a:cxn>
                <a:cxn ang="0">
                  <a:pos x="0" y="0"/>
                </a:cxn>
                <a:cxn ang="0">
                  <a:pos x="29" y="382"/>
                </a:cxn>
                <a:cxn ang="0">
                  <a:pos x="179" y="612"/>
                </a:cxn>
                <a:cxn ang="0">
                  <a:pos x="380" y="753"/>
                </a:cxn>
                <a:cxn ang="0">
                  <a:pos x="601" y="833"/>
                </a:cxn>
                <a:cxn ang="0">
                  <a:pos x="612" y="1044"/>
                </a:cxn>
                <a:cxn ang="0">
                  <a:pos x="500" y="1266"/>
                </a:cxn>
                <a:cxn ang="0">
                  <a:pos x="240" y="1658"/>
                </a:cxn>
                <a:cxn ang="0">
                  <a:pos x="230" y="1909"/>
                </a:cxn>
                <a:cxn ang="0">
                  <a:pos x="471" y="2049"/>
                </a:cxn>
                <a:cxn ang="0">
                  <a:pos x="460" y="2180"/>
                </a:cxn>
                <a:cxn ang="0">
                  <a:pos x="249" y="2452"/>
                </a:cxn>
                <a:cxn ang="0">
                  <a:pos x="160" y="2713"/>
                </a:cxn>
                <a:cxn ang="0">
                  <a:pos x="240" y="2994"/>
                </a:cxn>
                <a:cxn ang="0">
                  <a:pos x="430" y="3144"/>
                </a:cxn>
                <a:cxn ang="0">
                  <a:pos x="671" y="3266"/>
                </a:cxn>
                <a:cxn ang="0">
                  <a:pos x="692" y="3156"/>
                </a:cxn>
                <a:cxn ang="0">
                  <a:pos x="692" y="3156"/>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nvGrpSpPr>
          <p:cNvPr id="2060" name="Group 40"/>
          <p:cNvGrpSpPr/>
          <p:nvPr/>
        </p:nvGrpSpPr>
        <p:grpSpPr>
          <a:xfrm>
            <a:off x="7318375" y="90488"/>
            <a:ext cx="2133600" cy="1911350"/>
            <a:chOff x="4610" y="57"/>
            <a:chExt cx="1344" cy="1204"/>
          </a:xfrm>
        </p:grpSpPr>
        <p:grpSp>
          <p:nvGrpSpPr>
            <p:cNvPr id="2061" name="Group 41"/>
            <p:cNvGrpSpPr/>
            <p:nvPr userDrawn="1"/>
          </p:nvGrpSpPr>
          <p:grpSpPr>
            <a:xfrm>
              <a:off x="4610" y="57"/>
              <a:ext cx="1344" cy="1204"/>
              <a:chOff x="4610" y="57"/>
              <a:chExt cx="1344" cy="1204"/>
            </a:xfrm>
          </p:grpSpPr>
          <p:sp>
            <p:nvSpPr>
              <p:cNvPr id="16426" name="Freeform 42"/>
              <p:cNvSpPr/>
              <p:nvPr/>
            </p:nvSpPr>
            <p:spPr bwMode="auto">
              <a:xfrm rot="-3172564">
                <a:off x="5430" y="1086"/>
                <a:ext cx="62" cy="288"/>
              </a:xfrm>
              <a:custGeom>
                <a:avLst/>
                <a:gdLst/>
                <a:ahLst/>
                <a:cxnLst>
                  <a:cxn ang="0">
                    <a:pos x="123" y="9"/>
                  </a:cxn>
                  <a:cxn ang="0">
                    <a:pos x="131" y="342"/>
                  </a:cxn>
                  <a:cxn ang="0">
                    <a:pos x="0" y="806"/>
                  </a:cxn>
                  <a:cxn ang="0">
                    <a:pos x="79" y="789"/>
                  </a:cxn>
                  <a:cxn ang="0">
                    <a:pos x="218" y="376"/>
                  </a:cxn>
                  <a:cxn ang="0">
                    <a:pos x="245" y="0"/>
                  </a:cxn>
                  <a:cxn ang="0">
                    <a:pos x="123" y="9"/>
                  </a:cxn>
                  <a:cxn ang="0">
                    <a:pos x="123" y="9"/>
                  </a:cxn>
                </a:cxnLst>
                <a:rect l="0" t="0" r="r" b="b"/>
                <a:pathLst>
                  <a:path w="245" h="806">
                    <a:moveTo>
                      <a:pt x="123" y="9"/>
                    </a:moveTo>
                    <a:lnTo>
                      <a:pt x="131" y="342"/>
                    </a:lnTo>
                    <a:lnTo>
                      <a:pt x="0" y="806"/>
                    </a:lnTo>
                    <a:lnTo>
                      <a:pt x="79" y="789"/>
                    </a:lnTo>
                    <a:lnTo>
                      <a:pt x="218" y="376"/>
                    </a:lnTo>
                    <a:lnTo>
                      <a:pt x="245" y="0"/>
                    </a:lnTo>
                    <a:lnTo>
                      <a:pt x="123" y="9"/>
                    </a:lnTo>
                    <a:lnTo>
                      <a:pt x="123" y="9"/>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nvGrpSpPr>
              <p:cNvPr id="2064" name="Group 43"/>
              <p:cNvGrpSpPr/>
              <p:nvPr userDrawn="1"/>
            </p:nvGrpSpPr>
            <p:grpSpPr>
              <a:xfrm>
                <a:off x="4610" y="57"/>
                <a:ext cx="1344" cy="985"/>
                <a:chOff x="4610" y="57"/>
                <a:chExt cx="1344" cy="985"/>
              </a:xfrm>
            </p:grpSpPr>
            <p:sp>
              <p:nvSpPr>
                <p:cNvPr id="16428" name="Freeform 44"/>
                <p:cNvSpPr/>
                <p:nvPr/>
              </p:nvSpPr>
              <p:spPr bwMode="auto">
                <a:xfrm rot="-3172564">
                  <a:off x="4966" y="71"/>
                  <a:ext cx="153" cy="125"/>
                </a:xfrm>
                <a:custGeom>
                  <a:avLst/>
                  <a:gdLst/>
                  <a:ahLst/>
                  <a:cxnLst>
                    <a:cxn ang="0">
                      <a:pos x="0" y="0"/>
                    </a:cxn>
                    <a:cxn ang="0">
                      <a:pos x="298" y="184"/>
                    </a:cxn>
                    <a:cxn ang="0">
                      <a:pos x="500" y="349"/>
                    </a:cxn>
                    <a:cxn ang="0">
                      <a:pos x="604" y="140"/>
                    </a:cxn>
                    <a:cxn ang="0">
                      <a:pos x="359" y="9"/>
                    </a:cxn>
                    <a:cxn ang="0">
                      <a:pos x="464" y="184"/>
                    </a:cxn>
                    <a:cxn ang="0">
                      <a:pos x="131" y="17"/>
                    </a:cxn>
                    <a:cxn ang="0">
                      <a:pos x="0" y="0"/>
                    </a:cxn>
                    <a:cxn ang="0">
                      <a:pos x="0" y="0"/>
                    </a:cxn>
                  </a:cxnLst>
                  <a:rect l="0" t="0" r="r" b="b"/>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29" name="Freeform 45"/>
                <p:cNvSpPr/>
                <p:nvPr/>
              </p:nvSpPr>
              <p:spPr bwMode="auto">
                <a:xfrm rot="-3172564">
                  <a:off x="5052" y="329"/>
                  <a:ext cx="269" cy="438"/>
                </a:xfrm>
                <a:custGeom>
                  <a:avLst/>
                  <a:gdLst/>
                  <a:ahLst/>
                  <a:cxnLst>
                    <a:cxn ang="0">
                      <a:pos x="741" y="129"/>
                    </a:cxn>
                    <a:cxn ang="0">
                      <a:pos x="485" y="352"/>
                    </a:cxn>
                    <a:cxn ang="0">
                      <a:pos x="163" y="762"/>
                    </a:cxn>
                    <a:cxn ang="0">
                      <a:pos x="0" y="1101"/>
                    </a:cxn>
                    <a:cxn ang="0">
                      <a:pos x="59" y="1230"/>
                    </a:cxn>
                    <a:cxn ang="0">
                      <a:pos x="262" y="1201"/>
                    </a:cxn>
                    <a:cxn ang="0">
                      <a:pos x="578" y="914"/>
                    </a:cxn>
                    <a:cxn ang="0">
                      <a:pos x="876" y="534"/>
                    </a:cxn>
                    <a:cxn ang="0">
                      <a:pos x="1034" y="270"/>
                    </a:cxn>
                    <a:cxn ang="0">
                      <a:pos x="1064" y="84"/>
                    </a:cxn>
                    <a:cxn ang="0">
                      <a:pos x="977" y="0"/>
                    </a:cxn>
                    <a:cxn ang="0">
                      <a:pos x="836" y="65"/>
                    </a:cxn>
                    <a:cxn ang="0">
                      <a:pos x="969" y="107"/>
                    </a:cxn>
                    <a:cxn ang="0">
                      <a:pos x="876" y="352"/>
                    </a:cxn>
                    <a:cxn ang="0">
                      <a:pos x="690" y="656"/>
                    </a:cxn>
                    <a:cxn ang="0">
                      <a:pos x="350" y="1008"/>
                    </a:cxn>
                    <a:cxn ang="0">
                      <a:pos x="116" y="1114"/>
                    </a:cxn>
                    <a:cxn ang="0">
                      <a:pos x="135" y="943"/>
                    </a:cxn>
                    <a:cxn ang="0">
                      <a:pos x="437" y="504"/>
                    </a:cxn>
                    <a:cxn ang="0">
                      <a:pos x="831" y="118"/>
                    </a:cxn>
                    <a:cxn ang="0">
                      <a:pos x="741" y="129"/>
                    </a:cxn>
                    <a:cxn ang="0">
                      <a:pos x="741" y="129"/>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0" name="Freeform 46"/>
                <p:cNvSpPr/>
                <p:nvPr/>
              </p:nvSpPr>
              <p:spPr bwMode="auto">
                <a:xfrm rot="-3172564">
                  <a:off x="4862" y="179"/>
                  <a:ext cx="505" cy="898"/>
                </a:xfrm>
                <a:custGeom>
                  <a:avLst/>
                  <a:gdLst/>
                  <a:ahLst/>
                  <a:cxnLst>
                    <a:cxn ang="0">
                      <a:pos x="1941" y="0"/>
                    </a:cxn>
                    <a:cxn ang="0">
                      <a:pos x="0" y="2521"/>
                    </a:cxn>
                    <a:cxn ang="0">
                      <a:pos x="192" y="2450"/>
                    </a:cxn>
                    <a:cxn ang="0">
                      <a:pos x="2002" y="61"/>
                    </a:cxn>
                    <a:cxn ang="0">
                      <a:pos x="1941" y="0"/>
                    </a:cxn>
                    <a:cxn ang="0">
                      <a:pos x="1941" y="0"/>
                    </a:cxn>
                  </a:cxnLst>
                  <a:rect l="0" t="0" r="r" b="b"/>
                  <a:pathLst>
                    <a:path w="2002" h="2521">
                      <a:moveTo>
                        <a:pt x="1941" y="0"/>
                      </a:moveTo>
                      <a:lnTo>
                        <a:pt x="0" y="2521"/>
                      </a:lnTo>
                      <a:lnTo>
                        <a:pt x="192" y="2450"/>
                      </a:lnTo>
                      <a:lnTo>
                        <a:pt x="2002" y="61"/>
                      </a:lnTo>
                      <a:lnTo>
                        <a:pt x="1941" y="0"/>
                      </a:lnTo>
                      <a:lnTo>
                        <a:pt x="1941" y="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1" name="Freeform 47"/>
                <p:cNvSpPr/>
                <p:nvPr/>
              </p:nvSpPr>
              <p:spPr bwMode="auto">
                <a:xfrm rot="-3172564">
                  <a:off x="4903" y="-19"/>
                  <a:ext cx="758" cy="1344"/>
                </a:xfrm>
                <a:custGeom>
                  <a:avLst/>
                  <a:gdLst/>
                  <a:ahLst/>
                  <a:cxnLst>
                    <a:cxn ang="0">
                      <a:pos x="95" y="2844"/>
                    </a:cxn>
                    <a:cxn ang="0">
                      <a:pos x="394" y="2834"/>
                    </a:cxn>
                    <a:cxn ang="0">
                      <a:pos x="821" y="3009"/>
                    </a:cxn>
                    <a:cxn ang="0">
                      <a:pos x="681" y="2817"/>
                    </a:cxn>
                    <a:cxn ang="0">
                      <a:pos x="367" y="2703"/>
                    </a:cxn>
                    <a:cxn ang="0">
                      <a:pos x="637" y="2720"/>
                    </a:cxn>
                    <a:cxn ang="0">
                      <a:pos x="979" y="2870"/>
                    </a:cxn>
                    <a:cxn ang="0">
                      <a:pos x="2859" y="420"/>
                    </a:cxn>
                    <a:cxn ang="0">
                      <a:pos x="2578" y="148"/>
                    </a:cxn>
                    <a:cxn ang="0">
                      <a:pos x="2308" y="0"/>
                    </a:cxn>
                    <a:cxn ang="0">
                      <a:pos x="2692" y="78"/>
                    </a:cxn>
                    <a:cxn ang="0">
                      <a:pos x="3007" y="428"/>
                    </a:cxn>
                    <a:cxn ang="0">
                      <a:pos x="831" y="3273"/>
                    </a:cxn>
                    <a:cxn ang="0">
                      <a:pos x="481" y="3412"/>
                    </a:cxn>
                    <a:cxn ang="0">
                      <a:pos x="105" y="3771"/>
                    </a:cxn>
                    <a:cxn ang="0">
                      <a:pos x="0" y="3667"/>
                    </a:cxn>
                    <a:cxn ang="0">
                      <a:pos x="131" y="3631"/>
                    </a:cxn>
                    <a:cxn ang="0">
                      <a:pos x="376" y="3385"/>
                    </a:cxn>
                    <a:cxn ang="0">
                      <a:pos x="165" y="3273"/>
                    </a:cxn>
                    <a:cxn ang="0">
                      <a:pos x="165" y="3176"/>
                    </a:cxn>
                    <a:cxn ang="0">
                      <a:pos x="411" y="3298"/>
                    </a:cxn>
                    <a:cxn ang="0">
                      <a:pos x="411" y="3186"/>
                    </a:cxn>
                    <a:cxn ang="0">
                      <a:pos x="603" y="3220"/>
                    </a:cxn>
                    <a:cxn ang="0">
                      <a:pos x="428" y="3079"/>
                    </a:cxn>
                    <a:cxn ang="0">
                      <a:pos x="629" y="3062"/>
                    </a:cxn>
                    <a:cxn ang="0">
                      <a:pos x="95" y="2844"/>
                    </a:cxn>
                    <a:cxn ang="0">
                      <a:pos x="95" y="2844"/>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2" name="Freeform 48"/>
                <p:cNvSpPr/>
                <p:nvPr/>
              </p:nvSpPr>
              <p:spPr bwMode="auto">
                <a:xfrm rot="-3172564">
                  <a:off x="5301" y="894"/>
                  <a:ext cx="169" cy="122"/>
                </a:xfrm>
                <a:custGeom>
                  <a:avLst/>
                  <a:gdLst/>
                  <a:ahLst/>
                  <a:cxnLst>
                    <a:cxn ang="0">
                      <a:pos x="0" y="80"/>
                    </a:cxn>
                    <a:cxn ang="0">
                      <a:pos x="255" y="106"/>
                    </a:cxn>
                    <a:cxn ang="0">
                      <a:pos x="639" y="342"/>
                    </a:cxn>
                    <a:cxn ang="0">
                      <a:pos x="673" y="289"/>
                    </a:cxn>
                    <a:cxn ang="0">
                      <a:pos x="447" y="114"/>
                    </a:cxn>
                    <a:cxn ang="0">
                      <a:pos x="26" y="0"/>
                    </a:cxn>
                    <a:cxn ang="0">
                      <a:pos x="0" y="80"/>
                    </a:cxn>
                    <a:cxn ang="0">
                      <a:pos x="0" y="80"/>
                    </a:cxn>
                  </a:cxnLst>
                  <a:rect l="0" t="0" r="r" b="b"/>
                  <a:pathLst>
                    <a:path w="673" h="342">
                      <a:moveTo>
                        <a:pt x="0" y="80"/>
                      </a:moveTo>
                      <a:lnTo>
                        <a:pt x="255" y="106"/>
                      </a:lnTo>
                      <a:lnTo>
                        <a:pt x="639" y="342"/>
                      </a:lnTo>
                      <a:lnTo>
                        <a:pt x="673" y="289"/>
                      </a:lnTo>
                      <a:lnTo>
                        <a:pt x="447" y="114"/>
                      </a:lnTo>
                      <a:lnTo>
                        <a:pt x="26" y="0"/>
                      </a:lnTo>
                      <a:lnTo>
                        <a:pt x="0" y="80"/>
                      </a:lnTo>
                      <a:lnTo>
                        <a:pt x="0" y="80"/>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3" name="Freeform 49"/>
                <p:cNvSpPr/>
                <p:nvPr/>
              </p:nvSpPr>
              <p:spPr bwMode="auto">
                <a:xfrm rot="-3172564">
                  <a:off x="5254" y="803"/>
                  <a:ext cx="181" cy="144"/>
                </a:xfrm>
                <a:custGeom>
                  <a:avLst/>
                  <a:gdLst/>
                  <a:ahLst/>
                  <a:cxnLst>
                    <a:cxn ang="0">
                      <a:pos x="0" y="78"/>
                    </a:cxn>
                    <a:cxn ang="0">
                      <a:pos x="340" y="148"/>
                    </a:cxn>
                    <a:cxn ang="0">
                      <a:pos x="638" y="403"/>
                    </a:cxn>
                    <a:cxn ang="0">
                      <a:pos x="716" y="296"/>
                    </a:cxn>
                    <a:cxn ang="0">
                      <a:pos x="420" y="114"/>
                    </a:cxn>
                    <a:cxn ang="0">
                      <a:pos x="70" y="0"/>
                    </a:cxn>
                    <a:cxn ang="0">
                      <a:pos x="0" y="78"/>
                    </a:cxn>
                    <a:cxn ang="0">
                      <a:pos x="0" y="78"/>
                    </a:cxn>
                  </a:cxnLst>
                  <a:rect l="0" t="0" r="r" b="b"/>
                  <a:pathLst>
                    <a:path w="716" h="403">
                      <a:moveTo>
                        <a:pt x="0" y="78"/>
                      </a:moveTo>
                      <a:lnTo>
                        <a:pt x="340" y="148"/>
                      </a:lnTo>
                      <a:lnTo>
                        <a:pt x="638" y="403"/>
                      </a:lnTo>
                      <a:lnTo>
                        <a:pt x="716" y="296"/>
                      </a:lnTo>
                      <a:lnTo>
                        <a:pt x="420" y="114"/>
                      </a:lnTo>
                      <a:lnTo>
                        <a:pt x="70" y="0"/>
                      </a:lnTo>
                      <a:lnTo>
                        <a:pt x="0" y="78"/>
                      </a:lnTo>
                      <a:lnTo>
                        <a:pt x="0" y="78"/>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4" name="Freeform 50"/>
                <p:cNvSpPr/>
                <p:nvPr/>
              </p:nvSpPr>
              <p:spPr bwMode="auto">
                <a:xfrm rot="-3172564">
                  <a:off x="4985" y="210"/>
                  <a:ext cx="181" cy="147"/>
                </a:xfrm>
                <a:custGeom>
                  <a:avLst/>
                  <a:gdLst/>
                  <a:ahLst/>
                  <a:cxnLst>
                    <a:cxn ang="0">
                      <a:pos x="0" y="78"/>
                    </a:cxn>
                    <a:cxn ang="0">
                      <a:pos x="316" y="139"/>
                    </a:cxn>
                    <a:cxn ang="0">
                      <a:pos x="649" y="411"/>
                    </a:cxn>
                    <a:cxn ang="0">
                      <a:pos x="717" y="314"/>
                    </a:cxn>
                    <a:cxn ang="0">
                      <a:pos x="394" y="87"/>
                    </a:cxn>
                    <a:cxn ang="0">
                      <a:pos x="54" y="0"/>
                    </a:cxn>
                    <a:cxn ang="0">
                      <a:pos x="0" y="78"/>
                    </a:cxn>
                    <a:cxn ang="0">
                      <a:pos x="0" y="78"/>
                    </a:cxn>
                  </a:cxnLst>
                  <a:rect l="0" t="0" r="r" b="b"/>
                  <a:pathLst>
                    <a:path w="717" h="411">
                      <a:moveTo>
                        <a:pt x="0" y="78"/>
                      </a:moveTo>
                      <a:lnTo>
                        <a:pt x="316" y="139"/>
                      </a:lnTo>
                      <a:lnTo>
                        <a:pt x="649" y="411"/>
                      </a:lnTo>
                      <a:lnTo>
                        <a:pt x="717" y="314"/>
                      </a:lnTo>
                      <a:lnTo>
                        <a:pt x="394" y="87"/>
                      </a:lnTo>
                      <a:lnTo>
                        <a:pt x="54" y="0"/>
                      </a:lnTo>
                      <a:lnTo>
                        <a:pt x="0" y="78"/>
                      </a:lnTo>
                      <a:lnTo>
                        <a:pt x="0" y="78"/>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6435" name="Freeform 51"/>
                <p:cNvSpPr/>
                <p:nvPr/>
              </p:nvSpPr>
              <p:spPr bwMode="auto">
                <a:xfrm rot="-3172564">
                  <a:off x="4951" y="139"/>
                  <a:ext cx="179" cy="138"/>
                </a:xfrm>
                <a:custGeom>
                  <a:avLst/>
                  <a:gdLst/>
                  <a:ahLst/>
                  <a:cxnLst>
                    <a:cxn ang="0">
                      <a:pos x="0" y="88"/>
                    </a:cxn>
                    <a:cxn ang="0">
                      <a:pos x="272" y="131"/>
                    </a:cxn>
                    <a:cxn ang="0">
                      <a:pos x="665" y="386"/>
                    </a:cxn>
                    <a:cxn ang="0">
                      <a:pos x="709" y="308"/>
                    </a:cxn>
                    <a:cxn ang="0">
                      <a:pos x="306" y="53"/>
                    </a:cxn>
                    <a:cxn ang="0">
                      <a:pos x="43" y="0"/>
                    </a:cxn>
                    <a:cxn ang="0">
                      <a:pos x="0" y="88"/>
                    </a:cxn>
                    <a:cxn ang="0">
                      <a:pos x="0" y="88"/>
                    </a:cxn>
                  </a:cxnLst>
                  <a:rect l="0" t="0" r="r" b="b"/>
                  <a:pathLst>
                    <a:path w="709" h="386">
                      <a:moveTo>
                        <a:pt x="0" y="88"/>
                      </a:moveTo>
                      <a:lnTo>
                        <a:pt x="272" y="131"/>
                      </a:lnTo>
                      <a:lnTo>
                        <a:pt x="665" y="386"/>
                      </a:lnTo>
                      <a:lnTo>
                        <a:pt x="709" y="308"/>
                      </a:lnTo>
                      <a:lnTo>
                        <a:pt x="306" y="53"/>
                      </a:lnTo>
                      <a:lnTo>
                        <a:pt x="43" y="0"/>
                      </a:lnTo>
                      <a:lnTo>
                        <a:pt x="0" y="88"/>
                      </a:lnTo>
                      <a:lnTo>
                        <a:pt x="0" y="88"/>
                      </a:lnTo>
                      <a:close/>
                    </a:path>
                  </a:pathLst>
                </a:custGeom>
                <a:solidFill>
                  <a:schemeClr val="accent2"/>
                </a:soli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grpSp>
        <p:sp>
          <p:nvSpPr>
            <p:cNvPr id="16436" name="Line 52"/>
            <p:cNvSpPr>
              <a:spLocks noChangeShapeType="1"/>
            </p:cNvSpPr>
            <p:nvPr/>
          </p:nvSpPr>
          <p:spPr bwMode="auto">
            <a:xfrm>
              <a:off x="4870" y="84"/>
              <a:ext cx="42" cy="96"/>
            </a:xfrm>
            <a:prstGeom prst="line">
              <a:avLst/>
            </a:prstGeom>
            <a:noFill/>
            <a:ln w="38100">
              <a:solidFill>
                <a:schemeClr val="accent2"/>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2pPr>
      <a:lvl3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3pPr>
      <a:lvl4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4pPr>
      <a:lvl5pPr algn="ctr" rtl="0" eaLnBrk="0" fontAlgn="base" hangingPunct="0">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5pPr>
      <a:lvl6pPr marL="457200" algn="ctr" rtl="0" fontAlgn="base">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6pPr>
      <a:lvl7pPr marL="914400" algn="ctr" rtl="0" fontAlgn="base">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7pPr>
      <a:lvl8pPr marL="1371600" algn="ctr" rtl="0" fontAlgn="base">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8pPr>
      <a:lvl9pPr marL="1828800" algn="ctr" rtl="0" fontAlgn="base">
        <a:spcBef>
          <a:spcPct val="0"/>
        </a:spcBef>
        <a:spcAft>
          <a:spcPct val="0"/>
        </a:spcAft>
        <a:defRPr sz="4000" b="1">
          <a:solidFill>
            <a:srgbClr val="3D00EA"/>
          </a:solidFill>
          <a:effectLst>
            <a:outerShdw blurRad="38100" dist="38100" dir="2700000" algn="tl">
              <a:srgbClr val="C0C0C0"/>
            </a:outerShdw>
          </a:effectLst>
          <a:latin typeface="Comic Sans MS" panose="030F0702030302020204" pitchFamily="66" charset="0"/>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黑体" panose="02010609060101010101" pitchFamily="2" charset="-122"/>
        </a:defRPr>
      </a:lvl2pPr>
      <a:lvl3pPr marL="1143000" indent="-228600" algn="l" rtl="0" eaLnBrk="0" fontAlgn="base" hangingPunct="0">
        <a:spcBef>
          <a:spcPct val="20000"/>
        </a:spcBef>
        <a:spcAft>
          <a:spcPct val="0"/>
        </a:spcAft>
        <a:buChar char="•"/>
        <a:defRPr sz="2400" b="1">
          <a:solidFill>
            <a:schemeClr val="tx1"/>
          </a:solidFill>
          <a:latin typeface="+mn-lt"/>
          <a:ea typeface="仿宋_GB2312" pitchFamily="49"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fontAlgn="base">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fontAlgn="base">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fontAlgn="base">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tags" Target="../tags/tag8.xml"/><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ctrTitle"/>
          </p:nvPr>
        </p:nvSpPr>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7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仿宋_GB2312" pitchFamily="49" charset="-122"/>
                <a:cs typeface="+mj-cs"/>
              </a:rPr>
              <a:t>软件工程</a:t>
            </a:r>
            <a:endParaRPr kumimoji="0" lang="zh-CN" altLang="en-US" sz="7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仿宋_GB2312" pitchFamily="49" charset="-122"/>
              <a:cs typeface="+mj-cs"/>
            </a:endParaRPr>
          </a:p>
        </p:txBody>
      </p:sp>
      <p:sp>
        <p:nvSpPr>
          <p:cNvPr id="22531" name="Rectangle 3"/>
          <p:cNvSpPr>
            <a:spLocks noGrp="1" noChangeArrowheads="1"/>
          </p:cNvSpPr>
          <p:nvPr>
            <p:ph type="subTitle" idx="1"/>
          </p:nvPr>
        </p:nvSpPr>
        <p:spPr>
          <a:xfrm>
            <a:off x="1549400" y="3962400"/>
            <a:ext cx="6032500" cy="67310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40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黑体" panose="02010609060101010101" pitchFamily="2" charset="-122"/>
                <a:cs typeface="+mn-cs"/>
              </a:rPr>
              <a:t>第</a:t>
            </a:r>
            <a:r>
              <a:rPr kumimoji="0" lang="en-US" altLang="zh-CN" sz="40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黑体" panose="02010609060101010101" pitchFamily="2" charset="-122"/>
                <a:cs typeface="+mn-cs"/>
              </a:rPr>
              <a:t>2</a:t>
            </a:r>
            <a:r>
              <a:rPr kumimoji="0" lang="zh-CN" altLang="en-US" sz="40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黑体" panose="02010609060101010101" pitchFamily="2" charset="-122"/>
                <a:cs typeface="+mn-cs"/>
              </a:rPr>
              <a:t>章 系统工程</a:t>
            </a:r>
            <a:endParaRPr kumimoji="0" lang="zh-CN" altLang="en-US" sz="40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黑体" panose="0201060906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181250" name="Rectangle 2"/>
          <p:cNvSpPr>
            <a:spLocks noGrp="1" noChangeArrowheads="1"/>
          </p:cNvSpPr>
          <p:nvPr>
            <p:ph type="title"/>
          </p:nvPr>
        </p:nvSpPr>
        <p:spPr>
          <a:xfrm>
            <a:off x="457200" y="457200"/>
            <a:ext cx="8229600" cy="762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rPr>
              <a:t>内容摘要</a:t>
            </a:r>
            <a:endPar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endParaRPr>
          </a:p>
        </p:txBody>
      </p:sp>
      <p:sp>
        <p:nvSpPr>
          <p:cNvPr id="11268" name="Rectangle 3"/>
          <p:cNvSpPr>
            <a:spLocks noGrp="1"/>
          </p:cNvSpPr>
          <p:nvPr>
            <p:ph idx="1"/>
          </p:nvPr>
        </p:nvSpPr>
        <p:spPr>
          <a:xfrm>
            <a:off x="2702560" y="1653540"/>
            <a:ext cx="4631690" cy="4061460"/>
          </a:xfrm>
        </p:spPr>
        <p:txBody>
          <a:bodyPr vert="horz" wrap="square" lIns="91440" tIns="45720" rIns="91440" bIns="45720" anchor="t" anchorCtr="0"/>
          <a:p>
            <a:pPr marL="0" indent="0" eaLnBrk="1" latinLnBrk="0" hangingPunct="1">
              <a:spcBef>
                <a:spcPts val="2400"/>
              </a:spcBef>
              <a:buNone/>
            </a:pPr>
            <a:r>
              <a:rPr lang="en-US" altLang="zh-CN" sz="3200" dirty="0"/>
              <a:t>2.1 </a:t>
            </a:r>
            <a:r>
              <a:rPr lang="zh-CN" altLang="en-US" sz="3200" dirty="0"/>
              <a:t>基于计算机的系统</a:t>
            </a:r>
            <a:endParaRPr lang="zh-CN" altLang="en-US" sz="3200" dirty="0"/>
          </a:p>
          <a:p>
            <a:pPr marL="0" indent="0" eaLnBrk="1" latinLnBrk="0" hangingPunct="1">
              <a:spcBef>
                <a:spcPts val="2400"/>
              </a:spcBef>
              <a:buNone/>
            </a:pPr>
            <a:r>
              <a:rPr lang="en-US" altLang="zh-CN" sz="3200" dirty="0"/>
              <a:t>2.2 </a:t>
            </a:r>
            <a:r>
              <a:rPr lang="zh-CN" altLang="en-US" sz="3200" dirty="0"/>
              <a:t>系统工程的任务</a:t>
            </a:r>
            <a:endParaRPr lang="zh-CN" altLang="en-US" sz="3200" dirty="0"/>
          </a:p>
          <a:p>
            <a:pPr marL="0" indent="0" eaLnBrk="1" latinLnBrk="0" hangingPunct="1">
              <a:spcBef>
                <a:spcPts val="2400"/>
              </a:spcBef>
              <a:buNone/>
            </a:pPr>
            <a:r>
              <a:rPr lang="en-US" altLang="zh-CN" sz="3200" dirty="0"/>
              <a:t>2.3 </a:t>
            </a:r>
            <a:r>
              <a:rPr lang="zh-CN" altLang="en-US" sz="3200" dirty="0"/>
              <a:t>可行性分析</a:t>
            </a:r>
            <a:endParaRPr lang="zh-CN" altLang="en-US" sz="3200" dirty="0"/>
          </a:p>
        </p:txBody>
      </p:sp>
      <p:sp>
        <p:nvSpPr>
          <p:cNvPr id="11269"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181250" name="Rectangle 2"/>
          <p:cNvSpPr>
            <a:spLocks noGrp="1" noChangeArrowheads="1"/>
          </p:cNvSpPr>
          <p:nvPr>
            <p:ph type="title"/>
          </p:nvPr>
        </p:nvSpPr>
        <p:spPr>
          <a:xfrm>
            <a:off x="457200" y="457200"/>
            <a:ext cx="8229600" cy="762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rPr>
              <a:t>内容摘要</a:t>
            </a:r>
            <a:endPar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endParaRPr>
          </a:p>
        </p:txBody>
      </p:sp>
      <p:sp>
        <p:nvSpPr>
          <p:cNvPr id="11268" name="Rectangle 3"/>
          <p:cNvSpPr>
            <a:spLocks noGrp="1"/>
          </p:cNvSpPr>
          <p:nvPr>
            <p:ph idx="1"/>
          </p:nvPr>
        </p:nvSpPr>
        <p:spPr>
          <a:xfrm>
            <a:off x="2702560" y="1653540"/>
            <a:ext cx="4631690" cy="4061460"/>
          </a:xfrm>
        </p:spPr>
        <p:txBody>
          <a:bodyPr vert="horz" wrap="square" lIns="91440" tIns="45720" rIns="91440" bIns="45720" anchor="t" anchorCtr="0"/>
          <a:p>
            <a:pPr marL="0" indent="0" eaLnBrk="1" latinLnBrk="0" hangingPunct="1">
              <a:spcBef>
                <a:spcPts val="2400"/>
              </a:spcBef>
              <a:buNone/>
            </a:pPr>
            <a:r>
              <a:rPr lang="en-US" altLang="zh-CN" sz="3200" u="sng" dirty="0">
                <a:solidFill>
                  <a:srgbClr val="FF0000"/>
                </a:solidFill>
              </a:rPr>
              <a:t>2.1 </a:t>
            </a:r>
            <a:r>
              <a:rPr lang="zh-CN" altLang="en-US" sz="3200" u="sng" dirty="0">
                <a:solidFill>
                  <a:srgbClr val="FF0000"/>
                </a:solidFill>
              </a:rPr>
              <a:t>基于计算机的系统</a:t>
            </a:r>
            <a:endParaRPr lang="zh-CN" altLang="en-US" sz="3200" dirty="0"/>
          </a:p>
          <a:p>
            <a:pPr marL="0" indent="0" eaLnBrk="1" latinLnBrk="0" hangingPunct="1">
              <a:spcBef>
                <a:spcPts val="2400"/>
              </a:spcBef>
              <a:buNone/>
            </a:pPr>
            <a:r>
              <a:rPr lang="en-US" altLang="zh-CN" sz="3200" dirty="0"/>
              <a:t>2.2 </a:t>
            </a:r>
            <a:r>
              <a:rPr lang="zh-CN" altLang="en-US" sz="3200" dirty="0"/>
              <a:t>系统工程的任务</a:t>
            </a:r>
            <a:endParaRPr lang="zh-CN" altLang="en-US" sz="3200" dirty="0"/>
          </a:p>
          <a:p>
            <a:pPr marL="0" indent="0" eaLnBrk="1" latinLnBrk="0" hangingPunct="1">
              <a:spcBef>
                <a:spcPts val="2400"/>
              </a:spcBef>
              <a:buNone/>
            </a:pPr>
            <a:r>
              <a:rPr lang="en-US" altLang="zh-CN" sz="3200" dirty="0"/>
              <a:t>2.3 </a:t>
            </a:r>
            <a:r>
              <a:rPr lang="zh-CN" altLang="en-US" sz="3200" dirty="0"/>
              <a:t>可行性分析</a:t>
            </a:r>
            <a:endParaRPr lang="zh-CN" altLang="en-US" sz="3200" dirty="0"/>
          </a:p>
        </p:txBody>
      </p:sp>
      <p:sp>
        <p:nvSpPr>
          <p:cNvPr id="11269"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736258" name="Rectangle 2"/>
          <p:cNvSpPr>
            <a:spLocks noGrp="1" noChangeArrowheads="1"/>
          </p:cNvSpPr>
          <p:nvPr>
            <p:ph type="title"/>
          </p:nvPr>
        </p:nvSpPr>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br>
              <a:rPr kumimoji="0" lang="en-US" altLang="zh-CN" sz="40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j-lt"/>
                <a:ea typeface="+mj-ea"/>
                <a:cs typeface="+mj-cs"/>
              </a:rPr>
            </a:br>
            <a:endParaRPr kumimoji="0" lang="en-US" altLang="zh-CN" sz="40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13316" name="Rectangle 3"/>
          <p:cNvSpPr>
            <a:spLocks noGrp="1"/>
          </p:cNvSpPr>
          <p:nvPr>
            <p:ph idx="1"/>
          </p:nvPr>
        </p:nvSpPr>
        <p:spPr>
          <a:xfrm>
            <a:off x="457200" y="1600200"/>
            <a:ext cx="8001635" cy="4114800"/>
          </a:xfrm>
        </p:spPr>
        <p:txBody>
          <a:bodyPr vert="horz" wrap="square" lIns="91440" tIns="45720" rIns="91440" bIns="45720" anchor="t" anchorCtr="0"/>
          <a:p>
            <a:pPr eaLnBrk="1" latinLnBrk="0" hangingPunct="1">
              <a:lnSpc>
                <a:spcPct val="120000"/>
              </a:lnSpc>
              <a:spcBef>
                <a:spcPts val="1200"/>
              </a:spcBef>
              <a:buClr>
                <a:schemeClr val="tx1"/>
              </a:buClr>
              <a:buFont typeface="Arial" panose="020B0604020202020204" pitchFamily="34" charset="0"/>
              <a:buChar char="•"/>
            </a:pPr>
            <a:r>
              <a:rPr lang="zh-CN" altLang="en-US" sz="2800" dirty="0">
                <a:solidFill>
                  <a:srgbClr val="FF0000"/>
                </a:solidFill>
              </a:rPr>
              <a:t>基于计算机的系统</a:t>
            </a:r>
            <a:r>
              <a:rPr lang="en-US" altLang="zh-CN" sz="2800" dirty="0">
                <a:solidFill>
                  <a:schemeClr val="tx1"/>
                </a:solidFill>
              </a:rPr>
              <a:t>——</a:t>
            </a:r>
            <a:r>
              <a:rPr lang="zh-CN" altLang="en-US" sz="2800" dirty="0"/>
              <a:t>通过处理信息来完成某些预定义目标而组织在一起的元素的集合或排列。</a:t>
            </a:r>
            <a:endParaRPr lang="zh-CN" altLang="en-US" sz="2800" dirty="0"/>
          </a:p>
          <a:p>
            <a:pPr eaLnBrk="1" latinLnBrk="0" hangingPunct="1">
              <a:lnSpc>
                <a:spcPct val="120000"/>
              </a:lnSpc>
              <a:spcBef>
                <a:spcPts val="1200"/>
              </a:spcBef>
              <a:buClr>
                <a:schemeClr val="tx1"/>
              </a:buClr>
              <a:buFont typeface="Arial" panose="020B0604020202020204" pitchFamily="34" charset="0"/>
              <a:buChar char="•"/>
            </a:pPr>
            <a:r>
              <a:rPr lang="zh-CN" altLang="en-US" sz="2800" dirty="0">
                <a:solidFill>
                  <a:schemeClr val="tx2"/>
                </a:solidFill>
              </a:rPr>
              <a:t>组成基于计算机系统的元素</a:t>
            </a:r>
            <a:r>
              <a:rPr lang="zh-CN" altLang="en-US" sz="2800" dirty="0"/>
              <a:t>主要有：软件、硬件、人员、数据库、文档和规程。</a:t>
            </a:r>
            <a:endParaRPr lang="en-US" altLang="zh-CN" sz="2800" dirty="0"/>
          </a:p>
        </p:txBody>
      </p:sp>
      <p:sp>
        <p:nvSpPr>
          <p:cNvPr id="13317" name="Rectangle 4"/>
          <p:cNvSpPr/>
          <p:nvPr/>
        </p:nvSpPr>
        <p:spPr>
          <a:xfrm>
            <a:off x="990600" y="533400"/>
            <a:ext cx="7467600" cy="706755"/>
          </a:xfrm>
          <a:prstGeom prst="rect">
            <a:avLst/>
          </a:prstGeom>
          <a:noFill/>
          <a:ln w="9525">
            <a:noFill/>
          </a:ln>
        </p:spPr>
        <p:txBody>
          <a:bodyPr>
            <a:spAutoFit/>
          </a:bodyPr>
          <a:p>
            <a:pPr algn="ctr"/>
            <a:r>
              <a:rPr lang="en-US" altLang="zh-CN" sz="4000" dirty="0">
                <a:solidFill>
                  <a:schemeClr val="tx1"/>
                </a:solidFill>
                <a:latin typeface="楷体_GB2312" pitchFamily="49" charset="-122"/>
                <a:ea typeface="楷体_GB2312" pitchFamily="49" charset="-122"/>
              </a:rPr>
              <a:t>2.1 </a:t>
            </a:r>
            <a:r>
              <a:rPr lang="zh-CN" altLang="en-US" sz="4000" dirty="0">
                <a:solidFill>
                  <a:schemeClr val="tx1"/>
                </a:solidFill>
                <a:latin typeface="楷体_GB2312" pitchFamily="49" charset="-122"/>
                <a:ea typeface="楷体_GB2312" pitchFamily="49" charset="-122"/>
              </a:rPr>
              <a:t>基于计算机的系统</a:t>
            </a:r>
            <a:endParaRPr lang="zh-CN" altLang="en-US" sz="4000" dirty="0">
              <a:solidFill>
                <a:schemeClr val="tx1"/>
              </a:solidFill>
              <a:latin typeface="楷体_GB2312" pitchFamily="49" charset="-122"/>
              <a:ea typeface="楷体_GB2312" pitchFamily="49" charset="-122"/>
            </a:endParaRPr>
          </a:p>
        </p:txBody>
      </p:sp>
      <p:sp>
        <p:nvSpPr>
          <p:cNvPr id="13318" name="灯片编号占位符 6"/>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transition>
    <p:blinds/>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14340" name="Rectangle 3"/>
          <p:cNvSpPr>
            <a:spLocks noGrp="1"/>
          </p:cNvSpPr>
          <p:nvPr>
            <p:ph idx="1"/>
          </p:nvPr>
        </p:nvSpPr>
        <p:spPr>
          <a:xfrm>
            <a:off x="228600" y="1219200"/>
            <a:ext cx="8176260" cy="5029200"/>
          </a:xfrm>
        </p:spPr>
        <p:txBody>
          <a:bodyPr vert="horz" wrap="square" lIns="91440" tIns="45720" rIns="91440" bIns="45720" anchor="t" anchorCtr="0"/>
          <a:p>
            <a:pPr eaLnBrk="1" hangingPunct="1">
              <a:lnSpc>
                <a:spcPct val="120000"/>
              </a:lnSpc>
              <a:buClr>
                <a:srgbClr val="000000"/>
              </a:buClr>
              <a:buFont typeface="Arial" panose="020B0604020202020204" pitchFamily="34" charset="0"/>
              <a:buChar char="•"/>
            </a:pPr>
            <a:r>
              <a:rPr lang="zh-CN" altLang="en-US" sz="2800" dirty="0">
                <a:solidFill>
                  <a:srgbClr val="FF3300"/>
                </a:solidFill>
                <a:latin typeface="楷体_GB2312" pitchFamily="49" charset="-122"/>
              </a:rPr>
              <a:t>软件</a:t>
            </a:r>
            <a:r>
              <a:rPr lang="en-US" altLang="zh-CN" sz="2800" b="0" dirty="0">
                <a:solidFill>
                  <a:schemeClr val="tx1"/>
                </a:solidFill>
                <a:latin typeface="Arial" panose="020B0604020202020204" pitchFamily="34" charset="0"/>
              </a:rPr>
              <a:t>——</a:t>
            </a:r>
            <a:r>
              <a:rPr lang="zh-CN" altLang="en-US" sz="2800" dirty="0">
                <a:latin typeface="楷体_GB2312" pitchFamily="49" charset="-122"/>
              </a:rPr>
              <a:t>指计算机程序、数据结构和相关的工作产品，它们被用于实现所需的逻辑方法、规程或控制。</a:t>
            </a:r>
            <a:endParaRPr lang="zh-CN" altLang="en-US" sz="2800" dirty="0">
              <a:latin typeface="楷体_GB2312" pitchFamily="49" charset="-122"/>
            </a:endParaRPr>
          </a:p>
          <a:p>
            <a:pPr eaLnBrk="1" hangingPunct="1">
              <a:lnSpc>
                <a:spcPct val="120000"/>
              </a:lnSpc>
              <a:buClr>
                <a:srgbClr val="000000"/>
              </a:buClr>
              <a:buFont typeface="Arial" panose="020B0604020202020204" pitchFamily="34" charset="0"/>
              <a:buChar char="•"/>
            </a:pPr>
            <a:r>
              <a:rPr lang="zh-CN" altLang="en-US" sz="2800" dirty="0">
                <a:solidFill>
                  <a:srgbClr val="FF3300"/>
                </a:solidFill>
                <a:latin typeface="楷体_GB2312" pitchFamily="49" charset="-122"/>
              </a:rPr>
              <a:t>硬件</a:t>
            </a:r>
            <a:r>
              <a:rPr lang="en-US" altLang="zh-CN" sz="2800" b="0" dirty="0">
                <a:latin typeface="Arial" panose="020B0604020202020204" pitchFamily="34" charset="0"/>
              </a:rPr>
              <a:t>——</a:t>
            </a:r>
            <a:r>
              <a:rPr lang="zh-CN" altLang="en-US" sz="2800" dirty="0">
                <a:latin typeface="楷体_GB2312" pitchFamily="49" charset="-122"/>
              </a:rPr>
              <a:t>指提供计算能力的电子设备、使能数据流动的互连设备（如网络交换器、电信设备）和提供外部世界功能的电子机械设备（如传感器、马达等）。</a:t>
            </a:r>
            <a:endParaRPr lang="zh-CN" altLang="en-US" sz="2800" dirty="0">
              <a:latin typeface="楷体_GB2312" pitchFamily="49" charset="-122"/>
            </a:endParaRPr>
          </a:p>
          <a:p>
            <a:pPr eaLnBrk="1" hangingPunct="1">
              <a:lnSpc>
                <a:spcPct val="120000"/>
              </a:lnSpc>
              <a:buClr>
                <a:srgbClr val="000000"/>
              </a:buClr>
              <a:buFont typeface="Arial" panose="020B0604020202020204" pitchFamily="34" charset="0"/>
              <a:buChar char="•"/>
            </a:pPr>
            <a:r>
              <a:rPr lang="zh-CN" altLang="en-US" sz="2800" dirty="0">
                <a:solidFill>
                  <a:srgbClr val="FF3300"/>
                </a:solidFill>
                <a:latin typeface="楷体_GB2312" pitchFamily="49" charset="-122"/>
              </a:rPr>
              <a:t>人员</a:t>
            </a:r>
            <a:r>
              <a:rPr lang="en-US" altLang="zh-CN" sz="2800" b="0" dirty="0">
                <a:latin typeface="Arial" panose="020B0604020202020204" pitchFamily="34" charset="0"/>
              </a:rPr>
              <a:t>——</a:t>
            </a:r>
            <a:r>
              <a:rPr lang="zh-CN" altLang="en-US" sz="2800" dirty="0">
                <a:latin typeface="楷体_GB2312" pitchFamily="49" charset="-122"/>
              </a:rPr>
              <a:t>指硬件和软件的用户和操作者。</a:t>
            </a:r>
            <a:endParaRPr lang="zh-CN" altLang="en-US" b="0" dirty="0">
              <a:latin typeface="楷体_GB2312" pitchFamily="49" charset="-122"/>
            </a:endParaRPr>
          </a:p>
        </p:txBody>
      </p:sp>
      <p:sp>
        <p:nvSpPr>
          <p:cNvPr id="14341"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13317" name="Rectangle 4"/>
          <p:cNvSpPr/>
          <p:nvPr>
            <p:custDataLst>
              <p:tags r:id="rId1"/>
            </p:custDataLst>
          </p:nvPr>
        </p:nvSpPr>
        <p:spPr>
          <a:xfrm>
            <a:off x="990600" y="457200"/>
            <a:ext cx="7467600" cy="706755"/>
          </a:xfrm>
          <a:prstGeom prst="rect">
            <a:avLst/>
          </a:prstGeom>
          <a:noFill/>
          <a:ln w="9525">
            <a:noFill/>
          </a:ln>
        </p:spPr>
        <p:txBody>
          <a:bodyPr>
            <a:spAutoFit/>
          </a:bodyPr>
          <a:p>
            <a:pPr algn="ctr"/>
            <a:r>
              <a:rPr lang="en-US" altLang="zh-CN" sz="4000" dirty="0">
                <a:solidFill>
                  <a:schemeClr val="tx1"/>
                </a:solidFill>
                <a:latin typeface="楷体_GB2312" pitchFamily="49" charset="-122"/>
                <a:ea typeface="楷体_GB2312" pitchFamily="49" charset="-122"/>
              </a:rPr>
              <a:t>2.1 </a:t>
            </a:r>
            <a:r>
              <a:rPr lang="zh-CN" altLang="en-US" sz="4000" dirty="0">
                <a:solidFill>
                  <a:schemeClr val="tx1"/>
                </a:solidFill>
                <a:latin typeface="楷体_GB2312" pitchFamily="49" charset="-122"/>
                <a:ea typeface="楷体_GB2312" pitchFamily="49" charset="-122"/>
              </a:rPr>
              <a:t>基于计算机的系统</a:t>
            </a:r>
            <a:endParaRPr lang="zh-CN" altLang="en-US" sz="4000" dirty="0">
              <a:solidFill>
                <a:schemeClr val="tx1"/>
              </a:solidFill>
              <a:latin typeface="楷体_GB2312" pitchFamily="49" charset="-122"/>
              <a:ea typeface="楷体_GB2312" pitchFamily="49" charset="-122"/>
            </a:endParaRPr>
          </a:p>
        </p:txBody>
      </p:sp>
    </p:spTree>
  </p:cSld>
  <p:clrMapOvr>
    <a:masterClrMapping/>
  </p:clrMapOvr>
  <p:transition>
    <p:zoom dir="in"/>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15363" name="Rectangle 2"/>
          <p:cNvSpPr>
            <a:spLocks noGrp="1"/>
          </p:cNvSpPr>
          <p:nvPr>
            <p:ph idx="1"/>
          </p:nvPr>
        </p:nvSpPr>
        <p:spPr>
          <a:xfrm>
            <a:off x="457200" y="1240155"/>
            <a:ext cx="7853680" cy="3810635"/>
          </a:xfrm>
        </p:spPr>
        <p:txBody>
          <a:bodyPr vert="horz" wrap="square" lIns="91440" tIns="45720" rIns="91440" bIns="45720" anchor="t" anchorCtr="0"/>
          <a:p>
            <a:pPr eaLnBrk="1" latinLnBrk="0" hangingPunct="1">
              <a:lnSpc>
                <a:spcPct val="110000"/>
              </a:lnSpc>
              <a:spcBef>
                <a:spcPts val="1200"/>
              </a:spcBef>
              <a:buClr>
                <a:srgbClr val="000000"/>
              </a:buClr>
              <a:buFont typeface="Arial" panose="020B0604020202020204" pitchFamily="34" charset="0"/>
              <a:buChar char="•"/>
            </a:pPr>
            <a:r>
              <a:rPr lang="zh-CN" altLang="en-US" sz="2800" dirty="0">
                <a:solidFill>
                  <a:srgbClr val="FF3300"/>
                </a:solidFill>
                <a:latin typeface="楷体_GB2312" pitchFamily="49" charset="-122"/>
              </a:rPr>
              <a:t>数据库</a:t>
            </a:r>
            <a:r>
              <a:rPr lang="en-US" sz="2800" dirty="0">
                <a:solidFill>
                  <a:schemeClr val="tx1"/>
                </a:solidFill>
                <a:latin typeface="楷体_GB2312" pitchFamily="49" charset="-122"/>
              </a:rPr>
              <a:t>——</a:t>
            </a:r>
            <a:r>
              <a:rPr lang="zh-CN" altLang="en-US" sz="2800" dirty="0">
                <a:latin typeface="楷体_GB2312" pitchFamily="49" charset="-122"/>
              </a:rPr>
              <a:t>指通过软件访问并持久存储的大型的有组织的信息集合。</a:t>
            </a:r>
            <a:endParaRPr lang="zh-CN" altLang="en-US" sz="2800" dirty="0">
              <a:latin typeface="楷体_GB2312" pitchFamily="49" charset="-122"/>
            </a:endParaRPr>
          </a:p>
          <a:p>
            <a:pPr eaLnBrk="1" latinLnBrk="0" hangingPunct="1">
              <a:lnSpc>
                <a:spcPct val="110000"/>
              </a:lnSpc>
              <a:spcBef>
                <a:spcPts val="1200"/>
              </a:spcBef>
              <a:buClr>
                <a:srgbClr val="000000"/>
              </a:buClr>
              <a:buFont typeface="Arial" panose="020B0604020202020204" pitchFamily="34" charset="0"/>
              <a:buChar char="•"/>
            </a:pPr>
            <a:r>
              <a:rPr lang="zh-CN" altLang="en-US" sz="2800" dirty="0">
                <a:solidFill>
                  <a:srgbClr val="FF3300"/>
                </a:solidFill>
                <a:latin typeface="楷体_GB2312" pitchFamily="49" charset="-122"/>
              </a:rPr>
              <a:t>文档</a:t>
            </a:r>
            <a:r>
              <a:rPr lang="en-US" sz="2800" dirty="0">
                <a:solidFill>
                  <a:schemeClr val="tx1"/>
                </a:solidFill>
                <a:latin typeface="楷体_GB2312" pitchFamily="49" charset="-122"/>
              </a:rPr>
              <a:t>——</a:t>
            </a:r>
            <a:r>
              <a:rPr lang="zh-CN" altLang="en-US" sz="2800" dirty="0">
                <a:latin typeface="楷体_GB2312" pitchFamily="49" charset="-122"/>
              </a:rPr>
              <a:t>指描绘系统的使用和</a:t>
            </a:r>
            <a:r>
              <a:rPr lang="en-US" altLang="zh-CN" sz="2800" dirty="0">
                <a:latin typeface="楷体_GB2312" pitchFamily="49" charset="-122"/>
              </a:rPr>
              <a:t>/</a:t>
            </a:r>
            <a:r>
              <a:rPr lang="zh-CN" altLang="en-US" sz="2800" dirty="0">
                <a:latin typeface="楷体_GB2312" pitchFamily="49" charset="-122"/>
              </a:rPr>
              <a:t>或操作的描述性信息（如模型、规格说明、硬复制手册、联机帮助文件、</a:t>
            </a:r>
            <a:r>
              <a:rPr lang="en-US" altLang="zh-CN" sz="2800" dirty="0">
                <a:latin typeface="楷体_GB2312" pitchFamily="49" charset="-122"/>
              </a:rPr>
              <a:t>Web</a:t>
            </a:r>
            <a:r>
              <a:rPr lang="zh-CN" altLang="en-US" sz="2800" dirty="0">
                <a:latin typeface="楷体_GB2312" pitchFamily="49" charset="-122"/>
              </a:rPr>
              <a:t>站点）。</a:t>
            </a:r>
            <a:endParaRPr lang="zh-CN" altLang="en-US" sz="2800" dirty="0">
              <a:latin typeface="楷体_GB2312" pitchFamily="49" charset="-122"/>
            </a:endParaRPr>
          </a:p>
          <a:p>
            <a:pPr eaLnBrk="1" latinLnBrk="0" hangingPunct="1">
              <a:lnSpc>
                <a:spcPct val="110000"/>
              </a:lnSpc>
              <a:spcBef>
                <a:spcPts val="1200"/>
              </a:spcBef>
              <a:buClr>
                <a:srgbClr val="000000"/>
              </a:buClr>
              <a:buFont typeface="Arial" panose="020B0604020202020204" pitchFamily="34" charset="0"/>
              <a:buChar char="•"/>
            </a:pPr>
            <a:r>
              <a:rPr lang="zh-CN" altLang="en-US" sz="2800" dirty="0">
                <a:solidFill>
                  <a:srgbClr val="FF3300"/>
                </a:solidFill>
                <a:latin typeface="楷体_GB2312" pitchFamily="49" charset="-122"/>
              </a:rPr>
              <a:t>规程（</a:t>
            </a:r>
            <a:r>
              <a:rPr lang="en-US" altLang="zh-CN" sz="2800" dirty="0">
                <a:solidFill>
                  <a:srgbClr val="FF3300"/>
                </a:solidFill>
                <a:latin typeface="楷体_GB2312" pitchFamily="49" charset="-122"/>
              </a:rPr>
              <a:t>procedures</a:t>
            </a:r>
            <a:r>
              <a:rPr lang="zh-CN" altLang="en-US" sz="2800" dirty="0">
                <a:solidFill>
                  <a:srgbClr val="FF3300"/>
                </a:solidFill>
                <a:latin typeface="楷体_GB2312" pitchFamily="49" charset="-122"/>
              </a:rPr>
              <a:t>）</a:t>
            </a:r>
            <a:r>
              <a:rPr lang="en-US" sz="2800" dirty="0">
                <a:solidFill>
                  <a:schemeClr val="tx1"/>
                </a:solidFill>
                <a:latin typeface="楷体_GB2312" pitchFamily="49" charset="-122"/>
              </a:rPr>
              <a:t>——</a:t>
            </a:r>
            <a:r>
              <a:rPr lang="zh-CN" altLang="en-US" sz="2800" dirty="0">
                <a:solidFill>
                  <a:schemeClr val="tx1"/>
                </a:solidFill>
                <a:latin typeface="楷体_GB2312" pitchFamily="49" charset="-122"/>
              </a:rPr>
              <a:t>指</a:t>
            </a:r>
            <a:r>
              <a:rPr lang="zh-CN" altLang="en-US" sz="2800" dirty="0">
                <a:latin typeface="楷体_GB2312" pitchFamily="49" charset="-122"/>
              </a:rPr>
              <a:t>定义每个系统元素或其外部相关流程的具体使用步骤。</a:t>
            </a:r>
            <a:endParaRPr lang="en-US" altLang="zh-CN" sz="2800" dirty="0">
              <a:latin typeface="楷体_GB2312" pitchFamily="49" charset="-122"/>
            </a:endParaRPr>
          </a:p>
        </p:txBody>
      </p:sp>
      <p:sp>
        <p:nvSpPr>
          <p:cNvPr id="15364"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13317" name="Rectangle 4"/>
          <p:cNvSpPr/>
          <p:nvPr>
            <p:custDataLst>
              <p:tags r:id="rId1"/>
            </p:custDataLst>
          </p:nvPr>
        </p:nvSpPr>
        <p:spPr>
          <a:xfrm>
            <a:off x="990600" y="457200"/>
            <a:ext cx="7467600" cy="706755"/>
          </a:xfrm>
          <a:prstGeom prst="rect">
            <a:avLst/>
          </a:prstGeom>
          <a:noFill/>
          <a:ln w="9525">
            <a:noFill/>
          </a:ln>
        </p:spPr>
        <p:txBody>
          <a:bodyPr>
            <a:spAutoFit/>
          </a:bodyPr>
          <a:p>
            <a:pPr algn="ctr"/>
            <a:r>
              <a:rPr lang="en-US" altLang="zh-CN" sz="4000" dirty="0">
                <a:solidFill>
                  <a:schemeClr val="tx1"/>
                </a:solidFill>
                <a:latin typeface="楷体_GB2312" pitchFamily="49" charset="-122"/>
                <a:ea typeface="楷体_GB2312" pitchFamily="49" charset="-122"/>
              </a:rPr>
              <a:t>2.1 </a:t>
            </a:r>
            <a:r>
              <a:rPr lang="zh-CN" altLang="en-US" sz="4000" dirty="0">
                <a:solidFill>
                  <a:schemeClr val="tx1"/>
                </a:solidFill>
                <a:latin typeface="楷体_GB2312" pitchFamily="49" charset="-122"/>
                <a:ea typeface="楷体_GB2312" pitchFamily="49" charset="-122"/>
              </a:rPr>
              <a:t>基于计算机的系统</a:t>
            </a:r>
            <a:endParaRPr lang="zh-CN" altLang="en-US" sz="4000" dirty="0">
              <a:solidFill>
                <a:schemeClr val="tx1"/>
              </a:solidFill>
              <a:latin typeface="楷体_GB2312" pitchFamily="49" charset="-122"/>
              <a:ea typeface="楷体_GB2312" pitchFamily="49" charset="-122"/>
            </a:endParaRPr>
          </a:p>
        </p:txBody>
      </p:sp>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181250" name="Rectangle 2"/>
          <p:cNvSpPr>
            <a:spLocks noGrp="1" noChangeArrowheads="1"/>
          </p:cNvSpPr>
          <p:nvPr>
            <p:ph type="title"/>
          </p:nvPr>
        </p:nvSpPr>
        <p:spPr>
          <a:xfrm>
            <a:off x="457200" y="457200"/>
            <a:ext cx="8229600" cy="762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rPr>
              <a:t>内容摘要</a:t>
            </a:r>
            <a:endPar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endParaRPr>
          </a:p>
        </p:txBody>
      </p:sp>
      <p:sp>
        <p:nvSpPr>
          <p:cNvPr id="11268" name="Rectangle 3"/>
          <p:cNvSpPr>
            <a:spLocks noGrp="1"/>
          </p:cNvSpPr>
          <p:nvPr>
            <p:ph idx="1"/>
          </p:nvPr>
        </p:nvSpPr>
        <p:spPr>
          <a:xfrm>
            <a:off x="2702560" y="1653540"/>
            <a:ext cx="4631690" cy="4061460"/>
          </a:xfrm>
        </p:spPr>
        <p:txBody>
          <a:bodyPr vert="horz" wrap="square" lIns="91440" tIns="45720" rIns="91440" bIns="45720" anchor="t" anchorCtr="0"/>
          <a:p>
            <a:pPr marL="0" indent="0" eaLnBrk="1" latinLnBrk="0" hangingPunct="1">
              <a:spcBef>
                <a:spcPts val="2400"/>
              </a:spcBef>
              <a:buNone/>
            </a:pPr>
            <a:r>
              <a:rPr lang="en-US" altLang="zh-CN" sz="3200" dirty="0"/>
              <a:t>2.1 </a:t>
            </a:r>
            <a:r>
              <a:rPr lang="zh-CN" altLang="en-US" sz="3200" dirty="0"/>
              <a:t>基于计算机的系统</a:t>
            </a:r>
            <a:endParaRPr lang="zh-CN" altLang="en-US" sz="3200" dirty="0"/>
          </a:p>
          <a:p>
            <a:pPr marL="0" indent="0" eaLnBrk="1" latinLnBrk="0" hangingPunct="1">
              <a:spcBef>
                <a:spcPts val="2400"/>
              </a:spcBef>
              <a:buNone/>
            </a:pPr>
            <a:r>
              <a:rPr lang="en-US" altLang="zh-CN" sz="3200" u="sng" dirty="0">
                <a:solidFill>
                  <a:srgbClr val="FF0000"/>
                </a:solidFill>
              </a:rPr>
              <a:t>2.2 </a:t>
            </a:r>
            <a:r>
              <a:rPr lang="zh-CN" altLang="en-US" sz="3200" u="sng" dirty="0">
                <a:solidFill>
                  <a:srgbClr val="FF0000"/>
                </a:solidFill>
              </a:rPr>
              <a:t>系统工程的任务</a:t>
            </a:r>
            <a:endParaRPr lang="zh-CN" altLang="en-US" sz="3200" u="sng" dirty="0">
              <a:solidFill>
                <a:srgbClr val="FF0000"/>
              </a:solidFill>
            </a:endParaRPr>
          </a:p>
          <a:p>
            <a:pPr marL="0" indent="0" eaLnBrk="1" latinLnBrk="0" hangingPunct="1">
              <a:spcBef>
                <a:spcPts val="2400"/>
              </a:spcBef>
              <a:buNone/>
            </a:pPr>
            <a:r>
              <a:rPr lang="en-US" altLang="zh-CN" sz="3200" dirty="0"/>
              <a:t>2.3 </a:t>
            </a:r>
            <a:r>
              <a:rPr lang="zh-CN" altLang="en-US" sz="3200" dirty="0"/>
              <a:t>可行性分析</a:t>
            </a:r>
            <a:endParaRPr lang="zh-CN" altLang="en-US" sz="3200" dirty="0"/>
          </a:p>
        </p:txBody>
      </p:sp>
      <p:sp>
        <p:nvSpPr>
          <p:cNvPr id="11269"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748546" name="Rectangle 2"/>
          <p:cNvSpPr>
            <a:spLocks noGrp="1" noChangeArrowheads="1"/>
          </p:cNvSpPr>
          <p:nvPr>
            <p:ph type="title"/>
          </p:nvPr>
        </p:nvSpPr>
        <p:spPr>
          <a:xfrm>
            <a:off x="698500" y="355600"/>
            <a:ext cx="7988300" cy="9398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1.2 系统工程的任务</a:t>
            </a:r>
            <a:endPar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endParaRPr>
          </a:p>
        </p:txBody>
      </p:sp>
      <p:sp>
        <p:nvSpPr>
          <p:cNvPr id="19460" name="Rectangle 3"/>
          <p:cNvSpPr>
            <a:spLocks noGrp="1"/>
          </p:cNvSpPr>
          <p:nvPr>
            <p:ph idx="1"/>
          </p:nvPr>
        </p:nvSpPr>
        <p:spPr>
          <a:xfrm>
            <a:off x="457200" y="1558290"/>
            <a:ext cx="7717790" cy="4309110"/>
          </a:xfrm>
        </p:spPr>
        <p:txBody>
          <a:bodyPr vert="horz" wrap="square" lIns="91440" tIns="45720" rIns="91440" bIns="45720" anchor="t" anchorCtr="0"/>
          <a:p>
            <a:pPr marL="0" indent="0" eaLnBrk="1" latinLnBrk="0" hangingPunct="1">
              <a:lnSpc>
                <a:spcPct val="130000"/>
              </a:lnSpc>
              <a:spcBef>
                <a:spcPts val="0"/>
              </a:spcBef>
              <a:buNone/>
            </a:pPr>
            <a:r>
              <a:rPr lang="en-US" altLang="zh-CN" sz="2800" dirty="0">
                <a:solidFill>
                  <a:schemeClr val="tx2"/>
                </a:solidFill>
                <a:latin typeface="楷体_GB2312" pitchFamily="49" charset="-122"/>
              </a:rPr>
              <a:t>    </a:t>
            </a:r>
            <a:r>
              <a:rPr lang="zh-CN" altLang="en-US" sz="2800" dirty="0">
                <a:solidFill>
                  <a:schemeClr val="tx2"/>
                </a:solidFill>
                <a:latin typeface="楷体_GB2312" pitchFamily="49" charset="-122"/>
              </a:rPr>
              <a:t>计算机系统工程</a:t>
            </a:r>
            <a:r>
              <a:rPr lang="zh-CN" altLang="en-US" sz="2800" dirty="0">
                <a:latin typeface="楷体_GB2312" pitchFamily="49" charset="-122"/>
              </a:rPr>
              <a:t>是一个问题求解的活动，其目的是分析基于计算机的系统的功能、性能等要求，并把它们分配到基于计算机系统的各个系统元素中，确定它们的约束条件和接口。</a:t>
            </a:r>
            <a:endParaRPr lang="zh-CN" altLang="en-US" sz="2800" dirty="0">
              <a:solidFill>
                <a:srgbClr val="0000CC"/>
              </a:solidFill>
            </a:endParaRPr>
          </a:p>
        </p:txBody>
      </p:sp>
      <p:sp>
        <p:nvSpPr>
          <p:cNvPr id="19461"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transition>
    <p:cover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20484" name="Rectangle 3"/>
          <p:cNvSpPr>
            <a:spLocks noGrp="1"/>
          </p:cNvSpPr>
          <p:nvPr>
            <p:ph idx="1"/>
          </p:nvPr>
        </p:nvSpPr>
        <p:spPr>
          <a:xfrm>
            <a:off x="457200" y="1296670"/>
            <a:ext cx="8229600" cy="5256530"/>
          </a:xfrm>
        </p:spPr>
        <p:txBody>
          <a:bodyPr vert="horz" wrap="square" lIns="91440" tIns="45720" rIns="91440" bIns="45720" anchor="t" anchorCtr="0"/>
          <a:p>
            <a:pPr eaLnBrk="1" hangingPunct="1"/>
            <a:r>
              <a:rPr lang="zh-CN" altLang="en-US" sz="2800" dirty="0">
                <a:solidFill>
                  <a:srgbClr val="FF3300"/>
                </a:solidFill>
                <a:latin typeface="楷体_GB2312" pitchFamily="49" charset="-122"/>
              </a:rPr>
              <a:t>识别用户的要求</a:t>
            </a:r>
            <a:endParaRPr lang="zh-CN" altLang="en-US" sz="2800" dirty="0">
              <a:solidFill>
                <a:srgbClr val="FF3300"/>
              </a:solidFill>
              <a:latin typeface="楷体_GB2312" pitchFamily="49" charset="-122"/>
            </a:endParaRPr>
          </a:p>
          <a:p>
            <a:pPr eaLnBrk="1" hangingPunct="1">
              <a:buNone/>
            </a:pPr>
            <a:r>
              <a:rPr lang="zh-CN" altLang="en-US" sz="2800" dirty="0">
                <a:latin typeface="楷体_GB2312" pitchFamily="49" charset="-122"/>
              </a:rPr>
              <a:t>  </a:t>
            </a:r>
            <a:r>
              <a:rPr lang="en-US" altLang="zh-CN" sz="2800" dirty="0">
                <a:latin typeface="楷体_GB2312" pitchFamily="49" charset="-122"/>
              </a:rPr>
              <a:t>    </a:t>
            </a:r>
            <a:r>
              <a:rPr lang="zh-CN" altLang="en-US" sz="2800" dirty="0">
                <a:latin typeface="楷体_GB2312" pitchFamily="49" charset="-122"/>
              </a:rPr>
              <a:t>标识系统的功能和性能范围，确定系统的功能、性能、约束和接口。</a:t>
            </a:r>
            <a:endParaRPr lang="zh-CN" altLang="en-US" sz="2800" dirty="0">
              <a:latin typeface="楷体_GB2312" pitchFamily="49" charset="-122"/>
            </a:endParaRPr>
          </a:p>
          <a:p>
            <a:pPr eaLnBrk="1" latinLnBrk="0" hangingPunct="1">
              <a:spcBef>
                <a:spcPts val="1200"/>
              </a:spcBef>
            </a:pPr>
            <a:r>
              <a:rPr lang="zh-CN" altLang="en-US" sz="2800" dirty="0">
                <a:solidFill>
                  <a:srgbClr val="FF3300"/>
                </a:solidFill>
                <a:latin typeface="楷体_GB2312" pitchFamily="49" charset="-122"/>
                <a:sym typeface="+mn-ea"/>
              </a:rPr>
              <a:t>系统建模和模拟</a:t>
            </a:r>
            <a:endParaRPr lang="zh-CN" altLang="en-US" sz="2800" dirty="0">
              <a:solidFill>
                <a:srgbClr val="FF3300"/>
              </a:solidFill>
              <a:latin typeface="楷体_GB2312" pitchFamily="49" charset="-122"/>
            </a:endParaRPr>
          </a:p>
          <a:p>
            <a:pPr eaLnBrk="1" latinLnBrk="0" hangingPunct="1">
              <a:spcBef>
                <a:spcPts val="600"/>
              </a:spcBef>
              <a:buNone/>
            </a:pPr>
            <a:r>
              <a:rPr lang="zh-CN" altLang="en-US" sz="2800" dirty="0">
                <a:latin typeface="楷体_GB2312" pitchFamily="49" charset="-122"/>
                <a:sym typeface="+mn-ea"/>
              </a:rPr>
              <a:t>  </a:t>
            </a:r>
            <a:r>
              <a:rPr lang="en-US" altLang="zh-CN" sz="2800" dirty="0">
                <a:latin typeface="楷体_GB2312" pitchFamily="49" charset="-122"/>
                <a:sym typeface="+mn-ea"/>
              </a:rPr>
              <a:t> </a:t>
            </a:r>
            <a:r>
              <a:rPr lang="zh-CN" altLang="en-US" sz="2800" dirty="0">
                <a:latin typeface="楷体_GB2312" pitchFamily="49" charset="-122"/>
                <a:sym typeface="+mn-ea"/>
              </a:rPr>
              <a:t>通常可考虑建立如下模型：</a:t>
            </a:r>
            <a:endParaRPr lang="zh-CN" altLang="en-US" sz="2800" dirty="0">
              <a:latin typeface="楷体_GB2312" pitchFamily="49" charset="-122"/>
            </a:endParaRPr>
          </a:p>
          <a:p>
            <a:pPr marL="854075" lvl="1" indent="-320675" eaLnBrk="1" latinLnBrk="0" hangingPunct="1">
              <a:spcBef>
                <a:spcPts val="600"/>
              </a:spcBef>
              <a:buFont typeface="Wingdings" panose="05000000000000000000" pitchFamily="2" charset="2"/>
              <a:buChar char="Ø"/>
            </a:pPr>
            <a:r>
              <a:rPr lang="zh-CN" altLang="en-US" sz="2400" b="1" dirty="0">
                <a:solidFill>
                  <a:srgbClr val="FF3300"/>
                </a:solidFill>
                <a:latin typeface="楷体_GB2312" pitchFamily="49" charset="-122"/>
                <a:ea typeface="楷体_GB2312" pitchFamily="49" charset="-122"/>
                <a:sym typeface="+mn-ea"/>
              </a:rPr>
              <a:t>硬件系统模型</a:t>
            </a:r>
            <a:r>
              <a:rPr lang="zh-CN" altLang="en-US" sz="2400" b="1" dirty="0">
                <a:latin typeface="楷体_GB2312" pitchFamily="49" charset="-122"/>
                <a:ea typeface="楷体_GB2312" pitchFamily="49" charset="-122"/>
                <a:sym typeface="+mn-ea"/>
              </a:rPr>
              <a:t>：描述基于计算机系统中的硬件（包括计算机、受系统控制的其它硬件设备等）配置、通信协议、拓扑结构、以及确保基于计算机系统的安全性、可靠性、性能等要求的措施。</a:t>
            </a:r>
            <a:endParaRPr lang="zh-CN" altLang="en-US" sz="2400" b="1" dirty="0">
              <a:latin typeface="楷体_GB2312" pitchFamily="49" charset="-122"/>
              <a:ea typeface="楷体_GB2312" pitchFamily="49" charset="-122"/>
            </a:endParaRPr>
          </a:p>
          <a:p>
            <a:pPr eaLnBrk="1" hangingPunct="1">
              <a:buNone/>
            </a:pPr>
            <a:endParaRPr lang="zh-CN" altLang="en-US" sz="2400" b="1" dirty="0">
              <a:latin typeface="楷体_GB2312" pitchFamily="49" charset="-122"/>
            </a:endParaRPr>
          </a:p>
        </p:txBody>
      </p:sp>
      <p:sp>
        <p:nvSpPr>
          <p:cNvPr id="20485"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748546" name="Rectangle 2"/>
          <p:cNvSpPr>
            <a:spLocks noGrp="1" noChangeArrowheads="1"/>
          </p:cNvSpPr>
          <p:nvPr>
            <p:ph type="title"/>
            <p:custDataLst>
              <p:tags r:id="rId1"/>
            </p:custDataLst>
          </p:nvPr>
        </p:nvSpPr>
        <p:spPr>
          <a:xfrm>
            <a:off x="698500" y="203200"/>
            <a:ext cx="7988300" cy="9398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1.2 系统工程的任务</a:t>
            </a:r>
            <a:endPar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endParaRPr>
          </a:p>
        </p:txBody>
      </p:sp>
    </p:spTree>
  </p:cSld>
  <p:clrMapOvr>
    <a:masterClrMapping/>
  </p:clrMapOvr>
  <p:transition>
    <p:cover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21507" name="Rectangle 2"/>
          <p:cNvSpPr>
            <a:spLocks noGrp="1"/>
          </p:cNvSpPr>
          <p:nvPr>
            <p:ph idx="1"/>
          </p:nvPr>
        </p:nvSpPr>
        <p:spPr>
          <a:xfrm>
            <a:off x="152400" y="1518920"/>
            <a:ext cx="8113395" cy="5034280"/>
          </a:xfrm>
        </p:spPr>
        <p:txBody>
          <a:bodyPr vert="horz" wrap="square" lIns="91440" tIns="45720" rIns="91440" bIns="45720" anchor="t" anchorCtr="0"/>
          <a:p>
            <a:pPr marL="854075" lvl="1" indent="-320675" eaLnBrk="1" latinLnBrk="0" hangingPunct="1">
              <a:spcBef>
                <a:spcPts val="1200"/>
              </a:spcBef>
              <a:buFont typeface="Wingdings" panose="05000000000000000000" pitchFamily="2" charset="2"/>
              <a:buChar char="Ø"/>
            </a:pPr>
            <a:r>
              <a:rPr lang="zh-CN" altLang="en-US" sz="2400" b="1" dirty="0">
                <a:solidFill>
                  <a:srgbClr val="FF3300"/>
                </a:solidFill>
                <a:latin typeface="楷体_GB2312" pitchFamily="49" charset="-122"/>
                <a:ea typeface="楷体_GB2312" pitchFamily="49" charset="-122"/>
              </a:rPr>
              <a:t>软件系统模型</a:t>
            </a:r>
            <a:r>
              <a:rPr lang="zh-CN" altLang="en-US" sz="2400" b="1" dirty="0">
                <a:latin typeface="楷体_GB2312" pitchFamily="49" charset="-122"/>
                <a:ea typeface="楷体_GB2312" pitchFamily="49" charset="-122"/>
              </a:rPr>
              <a:t>：描述各软件子系统的功能、性能等要求，它们在硬件系统中的部署情况，以及软件子系统之间的交互。</a:t>
            </a:r>
            <a:endParaRPr lang="zh-CN" altLang="en-US" sz="2400" b="1" dirty="0">
              <a:latin typeface="楷体_GB2312" pitchFamily="49" charset="-122"/>
              <a:ea typeface="楷体_GB2312" pitchFamily="49" charset="-122"/>
            </a:endParaRPr>
          </a:p>
          <a:p>
            <a:pPr marL="854075" lvl="1" indent="-320675" eaLnBrk="1" latinLnBrk="0" hangingPunct="1">
              <a:spcBef>
                <a:spcPts val="1200"/>
              </a:spcBef>
              <a:buFont typeface="Wingdings" panose="05000000000000000000" pitchFamily="2" charset="2"/>
              <a:buChar char="Ø"/>
            </a:pPr>
            <a:r>
              <a:rPr lang="zh-CN" altLang="en-US" sz="2400" b="1" dirty="0">
                <a:solidFill>
                  <a:srgbClr val="FF3300"/>
                </a:solidFill>
                <a:latin typeface="楷体_GB2312" pitchFamily="49" charset="-122"/>
                <a:ea typeface="楷体_GB2312" pitchFamily="49" charset="-122"/>
              </a:rPr>
              <a:t>人机接口模型</a:t>
            </a:r>
            <a:r>
              <a:rPr lang="zh-CN" altLang="en-US" sz="2400" b="1" dirty="0">
                <a:latin typeface="楷体_GB2312" pitchFamily="49" charset="-122"/>
                <a:ea typeface="楷体_GB2312" pitchFamily="49" charset="-122"/>
              </a:rPr>
              <a:t>：描述人如何与基于计算机的系统进行交互，包括用户环境、用户的活动、人机交互的语法和语义等。</a:t>
            </a:r>
            <a:endParaRPr lang="zh-CN" altLang="en-US" sz="2400" b="1" dirty="0">
              <a:latin typeface="楷体_GB2312" pitchFamily="49" charset="-122"/>
              <a:ea typeface="楷体_GB2312" pitchFamily="49" charset="-122"/>
            </a:endParaRPr>
          </a:p>
          <a:p>
            <a:pPr marL="854075" lvl="1" indent="-320675" eaLnBrk="1" latinLnBrk="0" hangingPunct="1">
              <a:spcBef>
                <a:spcPts val="1200"/>
              </a:spcBef>
              <a:buFont typeface="Wingdings" panose="05000000000000000000" pitchFamily="2" charset="2"/>
              <a:buChar char="Ø"/>
            </a:pPr>
            <a:r>
              <a:rPr lang="zh-CN" altLang="en-US" sz="2400" b="1" dirty="0">
                <a:solidFill>
                  <a:srgbClr val="FF3300"/>
                </a:solidFill>
                <a:latin typeface="楷体_GB2312" pitchFamily="49" charset="-122"/>
                <a:ea typeface="楷体_GB2312" pitchFamily="49" charset="-122"/>
              </a:rPr>
              <a:t>数据模型</a:t>
            </a:r>
            <a:r>
              <a:rPr lang="zh-CN" altLang="en-US" sz="2400" b="1" dirty="0">
                <a:latin typeface="楷体_GB2312" pitchFamily="49" charset="-122"/>
                <a:ea typeface="楷体_GB2312" pitchFamily="49" charset="-122"/>
              </a:rPr>
              <a:t>：描述基于计算机的系统使用了哪些数据库管理系统，如果使用多个数据库管理系统，还应描述它们之间的数据转换方式，必要时可给出主要的数据结构。</a:t>
            </a:r>
            <a:endParaRPr lang="zh-CN" altLang="en-US" sz="2400" b="1" dirty="0">
              <a:latin typeface="楷体_GB2312" pitchFamily="49" charset="-122"/>
              <a:ea typeface="楷体_GB2312" pitchFamily="49" charset="-122"/>
            </a:endParaRPr>
          </a:p>
        </p:txBody>
      </p:sp>
      <p:sp>
        <p:nvSpPr>
          <p:cNvPr id="21508"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748546" name="Rectangle 2"/>
          <p:cNvSpPr>
            <a:spLocks noGrp="1" noChangeArrowheads="1"/>
          </p:cNvSpPr>
          <p:nvPr>
            <p:ph type="title"/>
            <p:custDataLst>
              <p:tags r:id="rId1"/>
            </p:custDataLst>
          </p:nvPr>
        </p:nvSpPr>
        <p:spPr>
          <a:xfrm>
            <a:off x="698500" y="355600"/>
            <a:ext cx="7988300" cy="9398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1.2 系统工程的任务</a:t>
            </a:r>
            <a:endPar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endParaRPr>
          </a:p>
        </p:txBody>
      </p:sp>
    </p:spTree>
  </p:cSld>
  <p:clrMapOvr>
    <a:masterClrMapping/>
  </p:clrMapOvr>
  <p:transition>
    <p:cover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23555" name="Rectangle 2"/>
          <p:cNvSpPr>
            <a:spLocks noGrp="1"/>
          </p:cNvSpPr>
          <p:nvPr>
            <p:ph idx="1"/>
          </p:nvPr>
        </p:nvSpPr>
        <p:spPr>
          <a:xfrm>
            <a:off x="457200" y="1137920"/>
            <a:ext cx="8001000" cy="4881880"/>
          </a:xfrm>
        </p:spPr>
        <p:txBody>
          <a:bodyPr vert="horz" wrap="square" lIns="91440" tIns="45720" rIns="91440" bIns="45720" anchor="t" anchorCtr="0"/>
          <a:p>
            <a:pPr eaLnBrk="1" hangingPunct="1"/>
            <a:r>
              <a:rPr lang="zh-CN" altLang="en-US" sz="2800" dirty="0">
                <a:solidFill>
                  <a:srgbClr val="FF3300"/>
                </a:solidFill>
                <a:latin typeface="楷体_GB2312" pitchFamily="49" charset="-122"/>
              </a:rPr>
              <a:t>成本估算及进度安排</a:t>
            </a:r>
            <a:endParaRPr lang="zh-CN" altLang="en-US" sz="2800" dirty="0">
              <a:solidFill>
                <a:srgbClr val="FF3300"/>
              </a:solidFill>
              <a:latin typeface="楷体_GB2312" pitchFamily="49" charset="-122"/>
            </a:endParaRPr>
          </a:p>
          <a:p>
            <a:pPr eaLnBrk="1" hangingPunct="1">
              <a:buNone/>
            </a:pPr>
            <a:r>
              <a:rPr lang="zh-CN" altLang="en-US" sz="2800" dirty="0">
                <a:latin typeface="楷体_GB2312" pitchFamily="49" charset="-122"/>
              </a:rPr>
              <a:t>  </a:t>
            </a:r>
            <a:r>
              <a:rPr lang="en-US" altLang="zh-CN" sz="2800" dirty="0">
                <a:latin typeface="楷体_GB2312" pitchFamily="49" charset="-122"/>
              </a:rPr>
              <a:t>    </a:t>
            </a:r>
            <a:r>
              <a:rPr lang="zh-CN" altLang="en-US" sz="2800" dirty="0">
                <a:latin typeface="楷体_GB2312" pitchFamily="49" charset="-122"/>
              </a:rPr>
              <a:t>对将开发的基于计算机的系统进行成本估算，并作出进度安排。</a:t>
            </a:r>
            <a:endParaRPr lang="zh-CN" altLang="en-US" sz="2800" dirty="0">
              <a:latin typeface="楷体_GB2312" pitchFamily="49" charset="-122"/>
            </a:endParaRPr>
          </a:p>
          <a:p>
            <a:pPr eaLnBrk="1" latinLnBrk="0" hangingPunct="1">
              <a:spcBef>
                <a:spcPts val="1200"/>
              </a:spcBef>
            </a:pPr>
            <a:r>
              <a:rPr lang="zh-CN" altLang="en-US" sz="2800" dirty="0">
                <a:solidFill>
                  <a:srgbClr val="FF3300"/>
                </a:solidFill>
                <a:latin typeface="楷体_GB2312" pitchFamily="49" charset="-122"/>
              </a:rPr>
              <a:t>可行性分析</a:t>
            </a:r>
            <a:endParaRPr lang="zh-CN" altLang="en-US" sz="2800" dirty="0">
              <a:solidFill>
                <a:srgbClr val="FF3300"/>
              </a:solidFill>
              <a:latin typeface="楷体_GB2312" pitchFamily="49" charset="-122"/>
            </a:endParaRPr>
          </a:p>
          <a:p>
            <a:pPr eaLnBrk="1" hangingPunct="1">
              <a:buNone/>
            </a:pPr>
            <a:r>
              <a:rPr lang="zh-CN" altLang="en-US" sz="2800" dirty="0">
                <a:latin typeface="楷体_GB2312" pitchFamily="49" charset="-122"/>
              </a:rPr>
              <a:t>  </a:t>
            </a:r>
            <a:r>
              <a:rPr lang="en-US" altLang="zh-CN" sz="2800" dirty="0">
                <a:latin typeface="楷体_GB2312" pitchFamily="49" charset="-122"/>
              </a:rPr>
              <a:t>    </a:t>
            </a:r>
            <a:r>
              <a:rPr lang="zh-CN" altLang="en-US" sz="2800" dirty="0">
                <a:latin typeface="楷体_GB2312" pitchFamily="49" charset="-122"/>
              </a:rPr>
              <a:t>从经济、技术、法律等方面分析所给出的解决方案是否可行，通常只有当解决方案可行并有一定的经济效益和</a:t>
            </a:r>
            <a:r>
              <a:rPr lang="en-US" altLang="zh-CN" sz="2800" dirty="0">
                <a:latin typeface="楷体_GB2312" pitchFamily="49" charset="-122"/>
              </a:rPr>
              <a:t>/</a:t>
            </a:r>
            <a:r>
              <a:rPr lang="zh-CN" altLang="en-US" sz="2800" dirty="0">
                <a:latin typeface="楷体_GB2312" pitchFamily="49" charset="-122"/>
              </a:rPr>
              <a:t>或社会效益时才开始真正的基于计算机的系统的开发。</a:t>
            </a:r>
            <a:endParaRPr lang="zh-CN" altLang="en-US" sz="2800" dirty="0">
              <a:latin typeface="楷体_GB2312" pitchFamily="49" charset="-122"/>
            </a:endParaRPr>
          </a:p>
          <a:p>
            <a:pPr eaLnBrk="1" latinLnBrk="0" hangingPunct="1">
              <a:spcBef>
                <a:spcPts val="1200"/>
              </a:spcBef>
            </a:pPr>
            <a:r>
              <a:rPr lang="zh-CN" altLang="en-US" sz="2800" dirty="0">
                <a:solidFill>
                  <a:srgbClr val="FF3300"/>
                </a:solidFill>
                <a:latin typeface="宋体" panose="02010600030101010101" pitchFamily="2" charset="-122"/>
              </a:rPr>
              <a:t>生成系统规格说明</a:t>
            </a:r>
            <a:endParaRPr lang="zh-CN" altLang="en-US" sz="2800" dirty="0">
              <a:solidFill>
                <a:srgbClr val="FF3300"/>
              </a:solidFill>
              <a:latin typeface="楷体_GB2312" pitchFamily="49" charset="-122"/>
            </a:endParaRPr>
          </a:p>
        </p:txBody>
      </p:sp>
      <p:sp>
        <p:nvSpPr>
          <p:cNvPr id="23556"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748546" name="Rectangle 2"/>
          <p:cNvSpPr>
            <a:spLocks noGrp="1" noChangeArrowheads="1"/>
          </p:cNvSpPr>
          <p:nvPr>
            <p:ph type="title"/>
            <p:custDataLst>
              <p:tags r:id="rId1"/>
            </p:custDataLst>
          </p:nvPr>
        </p:nvSpPr>
        <p:spPr>
          <a:xfrm>
            <a:off x="698500" y="50800"/>
            <a:ext cx="7988300" cy="9398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1.2 系统工程的任务</a:t>
            </a:r>
            <a:endPar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endParaRPr>
          </a:p>
        </p:txBody>
      </p:sp>
    </p:spTree>
  </p:cSld>
  <p:clrMapOvr>
    <a:masterClrMapping/>
  </p:clrMapOvr>
  <p:transition>
    <p:cover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181250" name="Rectangle 2"/>
          <p:cNvSpPr>
            <a:spLocks noGrp="1" noChangeArrowheads="1"/>
          </p:cNvSpPr>
          <p:nvPr>
            <p:ph type="title"/>
          </p:nvPr>
        </p:nvSpPr>
        <p:spPr>
          <a:xfrm>
            <a:off x="457200" y="457200"/>
            <a:ext cx="8229600" cy="762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rPr>
              <a:t>内容摘要</a:t>
            </a:r>
            <a:endPar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endParaRPr>
          </a:p>
        </p:txBody>
      </p:sp>
      <p:sp>
        <p:nvSpPr>
          <p:cNvPr id="11268" name="Rectangle 3"/>
          <p:cNvSpPr>
            <a:spLocks noGrp="1"/>
          </p:cNvSpPr>
          <p:nvPr>
            <p:ph idx="1"/>
          </p:nvPr>
        </p:nvSpPr>
        <p:spPr>
          <a:xfrm>
            <a:off x="2702560" y="1653540"/>
            <a:ext cx="4631690" cy="4061460"/>
          </a:xfrm>
        </p:spPr>
        <p:txBody>
          <a:bodyPr vert="horz" wrap="square" lIns="91440" tIns="45720" rIns="91440" bIns="45720" anchor="t" anchorCtr="0"/>
          <a:p>
            <a:pPr marL="0" indent="0" eaLnBrk="1" latinLnBrk="0" hangingPunct="1">
              <a:spcBef>
                <a:spcPts val="2400"/>
              </a:spcBef>
              <a:buNone/>
            </a:pPr>
            <a:r>
              <a:rPr lang="en-US" altLang="zh-CN" sz="3200" dirty="0"/>
              <a:t>2.1 </a:t>
            </a:r>
            <a:r>
              <a:rPr lang="zh-CN" altLang="en-US" sz="3200" dirty="0"/>
              <a:t>基于计算机的系统</a:t>
            </a:r>
            <a:endParaRPr lang="zh-CN" altLang="en-US" sz="3200" dirty="0"/>
          </a:p>
          <a:p>
            <a:pPr marL="0" indent="0" eaLnBrk="1" latinLnBrk="0" hangingPunct="1">
              <a:spcBef>
                <a:spcPts val="2400"/>
              </a:spcBef>
              <a:buNone/>
            </a:pPr>
            <a:r>
              <a:rPr lang="en-US" altLang="zh-CN" sz="3200" dirty="0"/>
              <a:t>2.2 </a:t>
            </a:r>
            <a:r>
              <a:rPr lang="zh-CN" altLang="en-US" sz="3200" dirty="0"/>
              <a:t>系统工程的任务</a:t>
            </a:r>
            <a:endParaRPr lang="zh-CN" altLang="en-US" sz="3200" dirty="0"/>
          </a:p>
          <a:p>
            <a:pPr marL="0" indent="0" eaLnBrk="1" latinLnBrk="0" hangingPunct="1">
              <a:spcBef>
                <a:spcPts val="2400"/>
              </a:spcBef>
              <a:buNone/>
            </a:pPr>
            <a:r>
              <a:rPr lang="en-US" altLang="zh-CN" sz="3200" u="sng" dirty="0">
                <a:solidFill>
                  <a:srgbClr val="FF0000"/>
                </a:solidFill>
              </a:rPr>
              <a:t>2.3 </a:t>
            </a:r>
            <a:r>
              <a:rPr lang="zh-CN" altLang="en-US" sz="3200" u="sng" dirty="0">
                <a:solidFill>
                  <a:srgbClr val="FF0000"/>
                </a:solidFill>
              </a:rPr>
              <a:t>可行性分析</a:t>
            </a:r>
            <a:endParaRPr lang="zh-CN" altLang="en-US" sz="3200" u="sng" dirty="0">
              <a:solidFill>
                <a:srgbClr val="FF0000"/>
              </a:solidFill>
            </a:endParaRPr>
          </a:p>
        </p:txBody>
      </p:sp>
      <p:sp>
        <p:nvSpPr>
          <p:cNvPr id="11269"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5"/>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760834" name="Rectangle 2"/>
          <p:cNvSpPr>
            <a:spLocks noGrp="1" noChangeArrowheads="1"/>
          </p:cNvSpPr>
          <p:nvPr>
            <p:ph type="title"/>
          </p:nvPr>
        </p:nvSpPr>
        <p:spPr>
          <a:xfrm>
            <a:off x="779463" y="406400"/>
            <a:ext cx="7907338" cy="7366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2.3 可行性分析</a:t>
            </a:r>
            <a:endParaRPr kumimoji="0" lang="zh-CN" altLang="en-US" sz="36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25604" name="Rectangle 3"/>
          <p:cNvSpPr>
            <a:spLocks noGrp="1"/>
          </p:cNvSpPr>
          <p:nvPr>
            <p:ph sz="half" idx="1"/>
          </p:nvPr>
        </p:nvSpPr>
        <p:spPr>
          <a:xfrm>
            <a:off x="381000" y="1676400"/>
            <a:ext cx="8305800" cy="4114800"/>
          </a:xfrm>
        </p:spPr>
        <p:txBody>
          <a:bodyPr vert="horz" wrap="square" lIns="91440" tIns="45720" rIns="91440" bIns="45720" anchor="t" anchorCtr="0"/>
          <a:p>
            <a:pPr marL="0" indent="476250" eaLnBrk="1" latinLnBrk="0" hangingPunct="1">
              <a:lnSpc>
                <a:spcPct val="130000"/>
              </a:lnSpc>
              <a:spcBef>
                <a:spcPts val="1200"/>
              </a:spcBef>
              <a:buClrTx/>
              <a:buSzTx/>
              <a:buFontTx/>
              <a:buNone/>
            </a:pPr>
            <a:r>
              <a:rPr lang="en-US" altLang="zh-CN" dirty="0">
                <a:latin typeface="宋体" panose="02010600030101010101" pitchFamily="2" charset="-122"/>
                <a:ea typeface="+mn-ea"/>
                <a:cs typeface="+mn-cs"/>
              </a:rPr>
              <a:t> </a:t>
            </a:r>
            <a:r>
              <a:rPr lang="zh-CN" altLang="en-US" dirty="0">
                <a:latin typeface="宋体" panose="02010600030101010101" pitchFamily="2" charset="-122"/>
                <a:ea typeface="+mn-ea"/>
                <a:cs typeface="+mn-cs"/>
              </a:rPr>
              <a:t>开发一个基于计算机的系统通常都受到资源（人力、财力、设备等）和时间上的限制，</a:t>
            </a:r>
            <a:r>
              <a:rPr lang="zh-CN" altLang="en-US" dirty="0">
                <a:solidFill>
                  <a:schemeClr val="tx2"/>
                </a:solidFill>
                <a:latin typeface="宋体" panose="02010600030101010101" pitchFamily="2" charset="-122"/>
                <a:ea typeface="+mn-ea"/>
                <a:cs typeface="+mn-cs"/>
              </a:rPr>
              <a:t>可行性分析</a:t>
            </a:r>
            <a:r>
              <a:rPr lang="zh-CN" altLang="en-US" dirty="0">
                <a:latin typeface="宋体" panose="02010600030101010101" pitchFamily="2" charset="-122"/>
                <a:ea typeface="+mn-ea"/>
                <a:cs typeface="+mn-cs"/>
              </a:rPr>
              <a:t>主要从经济、技术、法律等方面分析所给出的解决方案是否可行，能否在规定的资源和时间的约束下完成。</a:t>
            </a:r>
            <a:endParaRPr lang="en-US" altLang="zh-CN" dirty="0">
              <a:latin typeface="宋体" panose="02010600030101010101" pitchFamily="2" charset="-122"/>
              <a:ea typeface="+mn-ea"/>
              <a:cs typeface="+mn-cs"/>
            </a:endParaRPr>
          </a:p>
        </p:txBody>
      </p:sp>
      <p:sp>
        <p:nvSpPr>
          <p:cNvPr id="25605"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26628" name="Rectangle 3"/>
          <p:cNvSpPr>
            <a:spLocks noGrp="1"/>
          </p:cNvSpPr>
          <p:nvPr>
            <p:ph idx="1"/>
          </p:nvPr>
        </p:nvSpPr>
        <p:spPr>
          <a:xfrm>
            <a:off x="142875" y="1219200"/>
            <a:ext cx="8126095" cy="4624070"/>
          </a:xfrm>
          <a:solidFill>
            <a:schemeClr val="bg1"/>
          </a:solidFill>
        </p:spPr>
        <p:txBody>
          <a:bodyPr vert="horz" wrap="square" lIns="91440" tIns="45720" rIns="91440" bIns="45720" anchor="t" anchorCtr="0"/>
          <a:p>
            <a:pPr marL="770255" indent="-374015" defTabSz="0" eaLnBrk="1" hangingPunct="1">
              <a:lnSpc>
                <a:spcPct val="115000"/>
              </a:lnSpc>
              <a:buClr>
                <a:schemeClr val="tx1"/>
              </a:buClr>
              <a:tabLst>
                <a:tab pos="716280" algn="l"/>
              </a:tabLst>
            </a:pPr>
            <a:r>
              <a:rPr lang="zh-CN" altLang="en-US" sz="2800" dirty="0">
                <a:solidFill>
                  <a:schemeClr val="tx2"/>
                </a:solidFill>
                <a:latin typeface="宋体" panose="02010600030101010101" pitchFamily="2" charset="-122"/>
              </a:rPr>
              <a:t>经济可行性</a:t>
            </a:r>
            <a:r>
              <a:rPr lang="zh-CN" altLang="en-US" sz="2800" dirty="0">
                <a:latin typeface="宋体" panose="02010600030101010101" pitchFamily="2" charset="-122"/>
              </a:rPr>
              <a:t>主要进行</a:t>
            </a:r>
            <a:r>
              <a:rPr lang="zh-CN" altLang="en-US" sz="2800" u="sng" dirty="0">
                <a:solidFill>
                  <a:schemeClr val="tx1"/>
                </a:solidFill>
                <a:uFill>
                  <a:solidFill>
                    <a:schemeClr val="tx2"/>
                  </a:solidFill>
                </a:uFill>
                <a:latin typeface="宋体" panose="02010600030101010101" pitchFamily="2" charset="-122"/>
              </a:rPr>
              <a:t>成本效益</a:t>
            </a:r>
            <a:r>
              <a:rPr lang="zh-CN" altLang="en-US" sz="2800" dirty="0">
                <a:latin typeface="宋体" panose="02010600030101010101" pitchFamily="2" charset="-122"/>
              </a:rPr>
              <a:t>分析，从经济角度，确定系统是否值得开发。</a:t>
            </a:r>
            <a:endParaRPr lang="zh-CN" altLang="en-US" sz="2800" dirty="0"/>
          </a:p>
          <a:p>
            <a:pPr marL="770255" indent="-374015" defTabSz="0" eaLnBrk="1" latinLnBrk="0" hangingPunct="1">
              <a:lnSpc>
                <a:spcPct val="115000"/>
              </a:lnSpc>
              <a:spcBef>
                <a:spcPts val="1200"/>
              </a:spcBef>
              <a:buClr>
                <a:schemeClr val="tx1"/>
              </a:buClr>
              <a:tabLst>
                <a:tab pos="716280" algn="l"/>
              </a:tabLst>
            </a:pPr>
            <a:r>
              <a:rPr lang="zh-CN" altLang="en-US" sz="2800" dirty="0">
                <a:latin typeface="宋体" panose="02010600030101010101" pitchFamily="2" charset="-122"/>
              </a:rPr>
              <a:t>基于计算机的系统的</a:t>
            </a:r>
            <a:r>
              <a:rPr lang="zh-CN" altLang="en-US" sz="2800" dirty="0">
                <a:solidFill>
                  <a:srgbClr val="FF3300"/>
                </a:solidFill>
                <a:latin typeface="宋体" panose="02010600030101010101" pitchFamily="2" charset="-122"/>
              </a:rPr>
              <a:t>成本</a:t>
            </a:r>
            <a:r>
              <a:rPr lang="zh-CN" altLang="en-US" sz="2800" dirty="0">
                <a:latin typeface="宋体" panose="02010600030101010101" pitchFamily="2" charset="-122"/>
              </a:rPr>
              <a:t>主要包括：</a:t>
            </a:r>
            <a:endParaRPr lang="zh-CN" altLang="en-US" sz="2800" dirty="0"/>
          </a:p>
          <a:p>
            <a:pPr marL="952500" lvl="1" indent="-277495" eaLnBrk="1" hangingPunct="1">
              <a:lnSpc>
                <a:spcPct val="115000"/>
              </a:lnSpc>
              <a:buClr>
                <a:schemeClr val="tx1"/>
              </a:buClr>
              <a:buFont typeface="Wingdings" panose="05000000000000000000" pitchFamily="2" charset="2"/>
              <a:buChar char="Ø"/>
            </a:pPr>
            <a:r>
              <a:rPr lang="zh-CN" altLang="en-US" sz="2600" b="1" dirty="0">
                <a:latin typeface="宋体" panose="02010600030101010101" pitchFamily="2" charset="-122"/>
                <a:ea typeface="楷体_GB2312" pitchFamily="49" charset="-122"/>
              </a:rPr>
              <a:t>购置硬件、软件（如数据库管理系统、第三方开发的构件等）和设备（如传感器等）的费用。</a:t>
            </a:r>
            <a:endParaRPr lang="zh-CN" altLang="en-US" sz="2600" b="1" dirty="0">
              <a:ea typeface="楷体_GB2312" pitchFamily="49" charset="-122"/>
            </a:endParaRPr>
          </a:p>
          <a:p>
            <a:pPr marL="952500" lvl="1" indent="-277495" eaLnBrk="1" hangingPunct="1">
              <a:lnSpc>
                <a:spcPct val="115000"/>
              </a:lnSpc>
              <a:buClr>
                <a:schemeClr val="tx1"/>
              </a:buClr>
              <a:buFont typeface="Wingdings" panose="05000000000000000000" pitchFamily="2" charset="2"/>
              <a:buChar char="Ø"/>
            </a:pPr>
            <a:r>
              <a:rPr lang="zh-CN" altLang="en-US" sz="2600" b="1" dirty="0">
                <a:latin typeface="宋体" panose="02010600030101010101" pitchFamily="2" charset="-122"/>
                <a:ea typeface="楷体_GB2312" pitchFamily="49" charset="-122"/>
              </a:rPr>
              <a:t>系统的开发费用。</a:t>
            </a:r>
            <a:endParaRPr lang="zh-CN" altLang="en-US" sz="2600" b="1" dirty="0">
              <a:ea typeface="楷体_GB2312" pitchFamily="49" charset="-122"/>
            </a:endParaRPr>
          </a:p>
          <a:p>
            <a:pPr marL="952500" lvl="1" indent="-277495" eaLnBrk="1" hangingPunct="1">
              <a:lnSpc>
                <a:spcPct val="115000"/>
              </a:lnSpc>
              <a:buClr>
                <a:schemeClr val="tx1"/>
              </a:buClr>
              <a:buFont typeface="Wingdings" panose="05000000000000000000" pitchFamily="2" charset="2"/>
              <a:buChar char="Ø"/>
            </a:pPr>
            <a:r>
              <a:rPr lang="zh-CN" altLang="en-US" sz="2600" b="1" dirty="0">
                <a:latin typeface="宋体" panose="02010600030101010101" pitchFamily="2" charset="-122"/>
                <a:ea typeface="楷体_GB2312" pitchFamily="49" charset="-122"/>
              </a:rPr>
              <a:t>系统安装、运行和维护费用。</a:t>
            </a:r>
            <a:endParaRPr lang="zh-CN" altLang="en-US" sz="2600" b="1" dirty="0">
              <a:ea typeface="楷体_GB2312" pitchFamily="49" charset="-122"/>
            </a:endParaRPr>
          </a:p>
          <a:p>
            <a:pPr marL="952500" lvl="1" indent="-277495" eaLnBrk="1" hangingPunct="1">
              <a:lnSpc>
                <a:spcPct val="115000"/>
              </a:lnSpc>
              <a:buClr>
                <a:schemeClr val="tx1"/>
              </a:buClr>
              <a:buFont typeface="Wingdings" panose="05000000000000000000" pitchFamily="2" charset="2"/>
              <a:buChar char="Ø"/>
            </a:pPr>
            <a:r>
              <a:rPr lang="zh-CN" altLang="en-US" sz="2600" b="1" dirty="0">
                <a:latin typeface="宋体" panose="02010600030101010101" pitchFamily="2" charset="-122"/>
                <a:ea typeface="楷体_GB2312" pitchFamily="49" charset="-122"/>
              </a:rPr>
              <a:t>人员培训费用。</a:t>
            </a:r>
            <a:endParaRPr lang="zh-CN" altLang="en-US" sz="2600" b="1" dirty="0">
              <a:ea typeface="楷体_GB2312" pitchFamily="49" charset="-122"/>
            </a:endParaRPr>
          </a:p>
        </p:txBody>
      </p:sp>
      <p:sp>
        <p:nvSpPr>
          <p:cNvPr id="26629"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760834" name="Rectangle 2"/>
          <p:cNvSpPr>
            <a:spLocks noGrp="1" noChangeArrowheads="1"/>
          </p:cNvSpPr>
          <p:nvPr>
            <p:ph type="title"/>
            <p:custDataLst>
              <p:tags r:id="rId1"/>
            </p:custDataLst>
          </p:nvPr>
        </p:nvSpPr>
        <p:spPr>
          <a:xfrm>
            <a:off x="474663" y="330200"/>
            <a:ext cx="7907338" cy="7366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dirty="0">
                <a:solidFill>
                  <a:schemeClr val="tx1"/>
                </a:solidFill>
                <a:latin typeface="楷体_GB2312" pitchFamily="49" charset="-122"/>
                <a:ea typeface="楷体_GB2312" pitchFamily="49" charset="-122"/>
                <a:cs typeface="+mn-cs"/>
              </a:rPr>
              <a:t>（</a:t>
            </a: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1</a:t>
            </a:r>
            <a:r>
              <a:rPr kumimoji="0" lang="zh-CN" altLang="en-US" sz="4000" b="1" i="0" u="none" strike="noStrike" kern="1200" cap="none" spc="0" normalizeH="0" baseline="0" dirty="0">
                <a:solidFill>
                  <a:schemeClr val="tx1"/>
                </a:solidFill>
                <a:latin typeface="楷体_GB2312" pitchFamily="49" charset="-122"/>
                <a:ea typeface="楷体_GB2312" pitchFamily="49" charset="-122"/>
                <a:cs typeface="+mn-cs"/>
              </a:rPr>
              <a:t>）经济可行性</a:t>
            </a:r>
            <a:endParaRPr kumimoji="0"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27651" name="Rectangle 2"/>
          <p:cNvSpPr>
            <a:spLocks noGrp="1"/>
          </p:cNvSpPr>
          <p:nvPr>
            <p:ph idx="1"/>
          </p:nvPr>
        </p:nvSpPr>
        <p:spPr>
          <a:xfrm>
            <a:off x="228600" y="1082675"/>
            <a:ext cx="8125460" cy="5394325"/>
          </a:xfrm>
        </p:spPr>
        <p:txBody>
          <a:bodyPr vert="horz" wrap="square" lIns="91440" tIns="45720" rIns="91440" bIns="45720" anchor="t" anchorCtr="0"/>
          <a:p>
            <a:pPr marL="577850" indent="-342265" eaLnBrk="1" hangingPunct="1">
              <a:lnSpc>
                <a:spcPct val="115000"/>
              </a:lnSpc>
              <a:buClr>
                <a:srgbClr val="000000"/>
              </a:buClr>
              <a:buFont typeface="Arial" panose="020B0604020202020204" pitchFamily="34" charset="0"/>
              <a:buChar char="•"/>
            </a:pPr>
            <a:r>
              <a:rPr lang="zh-CN" altLang="en-US" sz="2800" dirty="0">
                <a:solidFill>
                  <a:schemeClr val="tx2"/>
                </a:solidFill>
                <a:latin typeface="楷体_GB2312" pitchFamily="49" charset="-122"/>
              </a:rPr>
              <a:t>效益</a:t>
            </a:r>
            <a:endParaRPr lang="zh-CN" altLang="en-US" sz="2800" dirty="0">
              <a:solidFill>
                <a:schemeClr val="tx1"/>
              </a:solidFill>
              <a:latin typeface="楷体_GB2312" pitchFamily="49" charset="-122"/>
            </a:endParaRPr>
          </a:p>
          <a:p>
            <a:pPr marL="621030" lvl="1" indent="-252095" algn="just" defTabSz="0" eaLnBrk="1" latinLnBrk="0" hangingPunct="1">
              <a:lnSpc>
                <a:spcPct val="100000"/>
              </a:lnSpc>
              <a:spcBef>
                <a:spcPts val="1200"/>
              </a:spcBef>
              <a:buClr>
                <a:schemeClr val="tx1"/>
              </a:buClr>
              <a:buFont typeface="Wingdings" panose="05000000000000000000" pitchFamily="2" charset="2"/>
              <a:buChar char="Ø"/>
              <a:tabLst>
                <a:tab pos="537210" algn="l"/>
              </a:tabLst>
            </a:pPr>
            <a:r>
              <a:rPr lang="zh-CN" altLang="en-US" sz="2600" b="1" dirty="0">
                <a:solidFill>
                  <a:schemeClr val="tx2"/>
                </a:solidFill>
                <a:latin typeface="楷体_GB2312" pitchFamily="49" charset="-122"/>
                <a:ea typeface="楷体_GB2312" pitchFamily="49" charset="-122"/>
              </a:rPr>
              <a:t>经济效益</a:t>
            </a:r>
            <a:r>
              <a:rPr lang="zh-CN" altLang="en-US" sz="2600" b="1" dirty="0">
                <a:latin typeface="楷体_GB2312" pitchFamily="49" charset="-122"/>
                <a:ea typeface="楷体_GB2312" pitchFamily="49" charset="-122"/>
              </a:rPr>
              <a:t>包括使用基于计算机的系统后可增加的收入和可节省的运行费用（如操作人员数、工作时间、消耗的物资等）。在进行成本效益分析时通常只统计五年内的经济效益。</a:t>
            </a:r>
            <a:r>
              <a:rPr lang="zh-CN" altLang="en-US" sz="2600" u="sng" dirty="0">
                <a:uFill>
                  <a:solidFill>
                    <a:schemeClr val="tx2"/>
                  </a:solidFill>
                </a:uFill>
                <a:latin typeface="楷体_GB2312" pitchFamily="49" charset="-122"/>
                <a:cs typeface="+mn-ea"/>
                <a:sym typeface="+mn-ea"/>
              </a:rPr>
              <a:t>经济效益通常可用</a:t>
            </a:r>
            <a:r>
              <a:rPr lang="zh-CN" altLang="en-US" sz="2600" u="sng" dirty="0">
                <a:solidFill>
                  <a:schemeClr val="tx1"/>
                </a:solidFill>
                <a:uFill>
                  <a:solidFill>
                    <a:schemeClr val="tx2"/>
                  </a:solidFill>
                </a:uFill>
                <a:latin typeface="楷体_GB2312" pitchFamily="49" charset="-122"/>
                <a:sym typeface="+mn-ea"/>
              </a:rPr>
              <a:t>货币的时间价值、投资回收期和纯收入来度量</a:t>
            </a:r>
            <a:r>
              <a:rPr lang="zh-CN" altLang="en-US" sz="2600" dirty="0">
                <a:latin typeface="楷体_GB2312" pitchFamily="49" charset="-122"/>
                <a:sym typeface="+mn-ea"/>
              </a:rPr>
              <a:t>。</a:t>
            </a:r>
            <a:endParaRPr lang="zh-CN" altLang="en-US" sz="2600" b="1" dirty="0">
              <a:latin typeface="楷体_GB2312" pitchFamily="49" charset="-122"/>
              <a:ea typeface="楷体_GB2312" pitchFamily="49" charset="-122"/>
            </a:endParaRPr>
          </a:p>
          <a:p>
            <a:pPr marL="621030" lvl="1" indent="-252095" algn="just" defTabSz="0" eaLnBrk="1" latinLnBrk="0" hangingPunct="1">
              <a:lnSpc>
                <a:spcPct val="100000"/>
              </a:lnSpc>
              <a:spcBef>
                <a:spcPts val="1200"/>
              </a:spcBef>
              <a:buClr>
                <a:schemeClr val="tx1"/>
              </a:buClr>
              <a:buFont typeface="Wingdings" panose="05000000000000000000" pitchFamily="2" charset="2"/>
              <a:buChar char="Ø"/>
              <a:tabLst>
                <a:tab pos="537210" algn="l"/>
              </a:tabLst>
            </a:pPr>
            <a:r>
              <a:rPr lang="zh-CN" altLang="en-US" sz="2600" b="1" dirty="0">
                <a:solidFill>
                  <a:schemeClr val="tx2"/>
                </a:solidFill>
                <a:latin typeface="楷体_GB2312" pitchFamily="49" charset="-122"/>
                <a:ea typeface="楷体_GB2312" pitchFamily="49" charset="-122"/>
              </a:rPr>
              <a:t>社会效益</a:t>
            </a:r>
            <a:r>
              <a:rPr lang="zh-CN" altLang="en-US" sz="2600" b="1" dirty="0">
                <a:latin typeface="楷体_GB2312" pitchFamily="49" charset="-122"/>
                <a:ea typeface="楷体_GB2312" pitchFamily="49" charset="-122"/>
              </a:rPr>
              <a:t>指使用基于计算机的系统后对社会产生的影响（如提高办事效益，提高用户满意度等），通常社会效益只能定性地估计。</a:t>
            </a:r>
            <a:endParaRPr lang="zh-CN" altLang="en-US" sz="2600" b="1" dirty="0">
              <a:latin typeface="楷体_GB2312" pitchFamily="49" charset="-122"/>
              <a:ea typeface="楷体_GB2312" pitchFamily="49" charset="-122"/>
            </a:endParaRPr>
          </a:p>
          <a:p>
            <a:pPr marL="621030" indent="-208915" algn="just" defTabSz="0" eaLnBrk="1" latinLnBrk="0" hangingPunct="1">
              <a:lnSpc>
                <a:spcPct val="100000"/>
              </a:lnSpc>
              <a:spcBef>
                <a:spcPts val="1200"/>
              </a:spcBef>
              <a:buClr>
                <a:schemeClr val="tx1"/>
              </a:buClr>
              <a:buNone/>
              <a:tabLst>
                <a:tab pos="537210" algn="l"/>
              </a:tabLst>
            </a:pPr>
            <a:r>
              <a:rPr lang="zh-CN" altLang="en-US" sz="2600" dirty="0">
                <a:latin typeface="楷体_GB2312" pitchFamily="49" charset="-122"/>
              </a:rPr>
              <a:t>  </a:t>
            </a:r>
            <a:r>
              <a:rPr lang="en-US" altLang="zh-CN" sz="2600" dirty="0">
                <a:latin typeface="楷体_GB2312" pitchFamily="49" charset="-122"/>
              </a:rPr>
              <a:t>   </a:t>
            </a:r>
            <a:endParaRPr lang="zh-CN" altLang="en-US" sz="2600" dirty="0">
              <a:latin typeface="楷体_GB2312" pitchFamily="49" charset="-122"/>
            </a:endParaRPr>
          </a:p>
        </p:txBody>
      </p:sp>
      <p:sp>
        <p:nvSpPr>
          <p:cNvPr id="27652"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4" name="Rectangle 2"/>
          <p:cNvSpPr>
            <a:spLocks noGrp="1" noChangeArrowheads="1"/>
          </p:cNvSpPr>
          <p:nvPr>
            <p:ph type="title"/>
            <p:custDataLst>
              <p:tags r:id="rId1"/>
            </p:custDataLst>
          </p:nvPr>
        </p:nvSpPr>
        <p:spPr>
          <a:xfrm>
            <a:off x="474663" y="330200"/>
            <a:ext cx="7907338" cy="7366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dirty="0">
                <a:solidFill>
                  <a:schemeClr val="tx1"/>
                </a:solidFill>
                <a:latin typeface="楷体_GB2312" pitchFamily="49" charset="-122"/>
                <a:ea typeface="楷体_GB2312" pitchFamily="49" charset="-122"/>
                <a:cs typeface="+mn-cs"/>
              </a:rPr>
              <a:t>（</a:t>
            </a: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1</a:t>
            </a:r>
            <a:r>
              <a:rPr kumimoji="0" lang="zh-CN" altLang="en-US" sz="4000" b="1" i="0" u="none" strike="noStrike" kern="1200" cap="none" spc="0" normalizeH="0" baseline="0" dirty="0">
                <a:solidFill>
                  <a:schemeClr val="tx1"/>
                </a:solidFill>
                <a:latin typeface="楷体_GB2312" pitchFamily="49" charset="-122"/>
                <a:ea typeface="楷体_GB2312" pitchFamily="49" charset="-122"/>
                <a:cs typeface="+mn-cs"/>
              </a:rPr>
              <a:t>）经济可行性</a:t>
            </a:r>
            <a:endParaRPr kumimoji="0"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transition>
    <p:zoom dir="in"/>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8"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1029" name="Rectangle 2"/>
          <p:cNvSpPr>
            <a:spLocks noGrp="1"/>
          </p:cNvSpPr>
          <p:nvPr>
            <p:ph idx="1"/>
          </p:nvPr>
        </p:nvSpPr>
        <p:spPr>
          <a:xfrm>
            <a:off x="381000" y="1099820"/>
            <a:ext cx="7983220" cy="4795520"/>
          </a:xfrm>
          <a:solidFill>
            <a:schemeClr val="bg1"/>
          </a:solidFill>
        </p:spPr>
        <p:txBody>
          <a:bodyPr vert="horz" wrap="square" lIns="91440" tIns="45720" rIns="91440" bIns="45720" anchor="t" anchorCtr="0"/>
          <a:p>
            <a:pPr eaLnBrk="1" hangingPunct="1">
              <a:lnSpc>
                <a:spcPct val="115000"/>
              </a:lnSpc>
              <a:buClr>
                <a:srgbClr val="000000"/>
              </a:buClr>
              <a:buFont typeface="Arial" panose="020B0604020202020204" pitchFamily="34" charset="0"/>
              <a:buChar char="•"/>
            </a:pPr>
            <a:r>
              <a:rPr lang="zh-CN" altLang="en-US" sz="2800" dirty="0">
                <a:solidFill>
                  <a:srgbClr val="FF3300"/>
                </a:solidFill>
              </a:rPr>
              <a:t>货币的时间价值</a:t>
            </a:r>
            <a:endParaRPr lang="zh-CN" altLang="en-US" sz="2800" dirty="0">
              <a:solidFill>
                <a:srgbClr val="FF3300"/>
              </a:solidFill>
            </a:endParaRPr>
          </a:p>
          <a:p>
            <a:pPr marL="0" indent="0" eaLnBrk="1" hangingPunct="1">
              <a:lnSpc>
                <a:spcPct val="115000"/>
              </a:lnSpc>
              <a:buNone/>
            </a:pPr>
            <a:r>
              <a:rPr lang="en-US" altLang="zh-CN" sz="2600" dirty="0"/>
              <a:t>    </a:t>
            </a:r>
            <a:r>
              <a:rPr lang="zh-CN" altLang="en-US" sz="2600" dirty="0"/>
              <a:t>设：当前金额为</a:t>
            </a:r>
            <a:r>
              <a:rPr lang="en-US" altLang="zh-CN" sz="2600" dirty="0"/>
              <a:t>P</a:t>
            </a:r>
            <a:r>
              <a:rPr lang="zh-CN" altLang="en-US" sz="2600" dirty="0"/>
              <a:t>，年利率为</a:t>
            </a:r>
            <a:r>
              <a:rPr lang="en-US" altLang="zh-CN" sz="2600" dirty="0"/>
              <a:t>i</a:t>
            </a:r>
            <a:r>
              <a:rPr lang="zh-CN" altLang="en-US" sz="2600" dirty="0"/>
              <a:t>，</a:t>
            </a:r>
            <a:r>
              <a:rPr lang="en-US" altLang="zh-CN" sz="2600" dirty="0"/>
              <a:t>n</a:t>
            </a:r>
            <a:r>
              <a:rPr lang="zh-CN" altLang="en-US" sz="2600" dirty="0"/>
              <a:t>年后的金额为</a:t>
            </a:r>
            <a:r>
              <a:rPr lang="en-US" altLang="zh-CN" sz="2600" dirty="0"/>
              <a:t>F</a:t>
            </a:r>
            <a:r>
              <a:rPr lang="zh-CN" altLang="en-US" sz="2600" dirty="0"/>
              <a:t>，则：</a:t>
            </a:r>
            <a:endParaRPr lang="zh-CN" altLang="en-US" sz="2600" dirty="0"/>
          </a:p>
          <a:p>
            <a:pPr marL="0" indent="0" eaLnBrk="1" hangingPunct="1">
              <a:lnSpc>
                <a:spcPct val="115000"/>
              </a:lnSpc>
              <a:buNone/>
            </a:pPr>
            <a:endParaRPr lang="zh-CN" altLang="en-US" sz="2600" dirty="0">
              <a:solidFill>
                <a:schemeClr val="accent2"/>
              </a:solidFill>
            </a:endParaRPr>
          </a:p>
          <a:p>
            <a:pPr marL="0" indent="0" eaLnBrk="1" hangingPunct="1">
              <a:lnSpc>
                <a:spcPct val="115000"/>
              </a:lnSpc>
              <a:buNone/>
            </a:pPr>
            <a:endParaRPr lang="zh-CN" altLang="en-US" sz="2600" dirty="0"/>
          </a:p>
          <a:p>
            <a:pPr marL="0" indent="0" eaLnBrk="1" hangingPunct="1">
              <a:lnSpc>
                <a:spcPct val="115000"/>
              </a:lnSpc>
              <a:buNone/>
            </a:pPr>
            <a:r>
              <a:rPr lang="zh-CN" altLang="en-US" sz="2600" dirty="0"/>
              <a:t>计算时，</a:t>
            </a:r>
            <a:r>
              <a:rPr lang="zh-CN" altLang="en-US" sz="2600" dirty="0">
                <a:solidFill>
                  <a:schemeClr val="tx2"/>
                </a:solidFill>
              </a:rPr>
              <a:t>累计经济效益</a:t>
            </a:r>
            <a:r>
              <a:rPr lang="zh-CN" altLang="en-US" sz="2600" dirty="0"/>
              <a:t>应折合成当前金额。</a:t>
            </a:r>
            <a:endParaRPr lang="zh-CN" altLang="en-US" sz="2600" dirty="0"/>
          </a:p>
          <a:p>
            <a:pPr marL="0" indent="0" algn="just" eaLnBrk="1" hangingPunct="1">
              <a:lnSpc>
                <a:spcPct val="115000"/>
              </a:lnSpc>
              <a:buNone/>
            </a:pPr>
            <a:r>
              <a:rPr lang="en-US" altLang="zh-CN" sz="2600" dirty="0"/>
              <a:t>    </a:t>
            </a:r>
            <a:r>
              <a:rPr lang="en-US" altLang="zh-CN" sz="2600" dirty="0">
                <a:solidFill>
                  <a:srgbClr val="3D00EA"/>
                </a:solidFill>
              </a:rPr>
              <a:t> </a:t>
            </a:r>
            <a:r>
              <a:rPr lang="zh-CN" altLang="en-US" sz="2600" dirty="0">
                <a:solidFill>
                  <a:srgbClr val="3D00EA"/>
                </a:solidFill>
              </a:rPr>
              <a:t>例如</a:t>
            </a:r>
            <a:r>
              <a:rPr lang="zh-CN" altLang="en-US" sz="2600" dirty="0"/>
              <a:t>，一个基于计算机的系统使用后，每年产生的经济效益为</a:t>
            </a:r>
            <a:r>
              <a:rPr lang="en-US" altLang="zh-CN" sz="2600" dirty="0"/>
              <a:t>10</a:t>
            </a:r>
            <a:r>
              <a:rPr lang="zh-CN" altLang="en-US" sz="2600" dirty="0"/>
              <a:t>万，如果年利率为</a:t>
            </a:r>
            <a:r>
              <a:rPr lang="en-US" altLang="zh-CN" sz="2600" dirty="0"/>
              <a:t>5%</a:t>
            </a:r>
            <a:r>
              <a:rPr lang="zh-CN" altLang="en-US" sz="2600" dirty="0"/>
              <a:t>，那么，五年内该系统的累计经济效益是</a:t>
            </a:r>
            <a:r>
              <a:rPr lang="en-US" altLang="zh-CN" sz="2600" dirty="0"/>
              <a:t>43.2948</a:t>
            </a:r>
            <a:r>
              <a:rPr lang="zh-CN" altLang="en-US" sz="2600" dirty="0"/>
              <a:t>万，而不是</a:t>
            </a:r>
            <a:r>
              <a:rPr lang="en-US" altLang="zh-CN" sz="2600" dirty="0"/>
              <a:t>50</a:t>
            </a:r>
            <a:r>
              <a:rPr lang="zh-CN" altLang="en-US" sz="2600" dirty="0"/>
              <a:t>万。</a:t>
            </a:r>
            <a:endParaRPr lang="zh-CN" altLang="en-US" sz="2600" dirty="0"/>
          </a:p>
        </p:txBody>
      </p:sp>
      <p:grpSp>
        <p:nvGrpSpPr>
          <p:cNvPr id="1030" name="Group 3"/>
          <p:cNvGrpSpPr/>
          <p:nvPr/>
        </p:nvGrpSpPr>
        <p:grpSpPr>
          <a:xfrm>
            <a:off x="2932182" y="2261735"/>
            <a:ext cx="2527417" cy="1251349"/>
            <a:chOff x="2323" y="1324"/>
            <a:chExt cx="1764" cy="937"/>
          </a:xfrm>
        </p:grpSpPr>
        <p:graphicFrame>
          <p:nvGraphicFramePr>
            <p:cNvPr id="1026" name="Object 4"/>
            <p:cNvGraphicFramePr/>
            <p:nvPr/>
          </p:nvGraphicFramePr>
          <p:xfrm>
            <a:off x="2323" y="1756"/>
            <a:ext cx="1763" cy="505"/>
          </p:xfrm>
          <a:graphic>
            <a:graphicData uri="http://schemas.openxmlformats.org/presentationml/2006/ole">
              <mc:AlternateContent xmlns:mc="http://schemas.openxmlformats.org/markup-compatibility/2006">
                <mc:Choice xmlns:v="urn:schemas-microsoft-com:vml" Requires="v">
                  <p:oleObj spid="_x0000_s3077" name="" r:id="rId1" imgW="862965" imgH="228600" progId="Equation.3">
                    <p:embed/>
                  </p:oleObj>
                </mc:Choice>
                <mc:Fallback>
                  <p:oleObj name="" r:id="rId1" imgW="862965" imgH="228600" progId="Equation.3">
                    <p:embed/>
                    <p:pic>
                      <p:nvPicPr>
                        <p:cNvPr id="0" name="图片 3076"/>
                        <p:cNvPicPr/>
                        <p:nvPr/>
                      </p:nvPicPr>
                      <p:blipFill>
                        <a:blip r:embed="rId2"/>
                        <a:stretch>
                          <a:fillRect/>
                        </a:stretch>
                      </p:blipFill>
                      <p:spPr>
                        <a:xfrm>
                          <a:off x="2323" y="1756"/>
                          <a:ext cx="1763" cy="505"/>
                        </a:xfrm>
                        <a:prstGeom prst="rect">
                          <a:avLst/>
                        </a:prstGeom>
                        <a:noFill/>
                        <a:ln w="38100">
                          <a:noFill/>
                          <a:miter/>
                        </a:ln>
                      </p:spPr>
                    </p:pic>
                  </p:oleObj>
                </mc:Fallback>
              </mc:AlternateContent>
            </a:graphicData>
          </a:graphic>
        </p:graphicFrame>
        <p:graphicFrame>
          <p:nvGraphicFramePr>
            <p:cNvPr id="1027" name="Object 5"/>
            <p:cNvGraphicFramePr/>
            <p:nvPr/>
          </p:nvGraphicFramePr>
          <p:xfrm>
            <a:off x="2326" y="1324"/>
            <a:ext cx="1761" cy="484"/>
          </p:xfrm>
          <a:graphic>
            <a:graphicData uri="http://schemas.openxmlformats.org/presentationml/2006/ole">
              <mc:AlternateContent xmlns:mc="http://schemas.openxmlformats.org/markup-compatibility/2006">
                <mc:Choice xmlns:v="urn:schemas-microsoft-com:vml" Requires="v">
                  <p:oleObj spid="_x0000_s3076" name="" r:id="rId3" imgW="800100" imgH="228600" progId="Equation.3">
                    <p:embed/>
                  </p:oleObj>
                </mc:Choice>
                <mc:Fallback>
                  <p:oleObj name="" r:id="rId3" imgW="800100" imgH="228600" progId="Equation.3">
                    <p:embed/>
                    <p:pic>
                      <p:nvPicPr>
                        <p:cNvPr id="0" name="图片 3075"/>
                        <p:cNvPicPr/>
                        <p:nvPr/>
                      </p:nvPicPr>
                      <p:blipFill>
                        <a:blip r:embed="rId4"/>
                        <a:stretch>
                          <a:fillRect/>
                        </a:stretch>
                      </p:blipFill>
                      <p:spPr>
                        <a:xfrm>
                          <a:off x="2326" y="1324"/>
                          <a:ext cx="1761" cy="484"/>
                        </a:xfrm>
                        <a:prstGeom prst="rect">
                          <a:avLst/>
                        </a:prstGeom>
                        <a:noFill/>
                        <a:ln w="38100">
                          <a:noFill/>
                          <a:miter/>
                        </a:ln>
                      </p:spPr>
                    </p:pic>
                  </p:oleObj>
                </mc:Fallback>
              </mc:AlternateContent>
            </a:graphicData>
          </a:graphic>
        </p:graphicFrame>
      </p:grpSp>
      <p:sp>
        <p:nvSpPr>
          <p:cNvPr id="1031" name="灯片编号占位符 7"/>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4" name="Rectangle 2"/>
          <p:cNvSpPr>
            <a:spLocks noGrp="1" noChangeArrowheads="1"/>
          </p:cNvSpPr>
          <p:nvPr>
            <p:ph type="title"/>
            <p:custDataLst>
              <p:tags r:id="rId5"/>
            </p:custDataLst>
          </p:nvPr>
        </p:nvSpPr>
        <p:spPr>
          <a:xfrm>
            <a:off x="474663" y="330200"/>
            <a:ext cx="7907338" cy="7366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dirty="0">
                <a:solidFill>
                  <a:schemeClr val="tx1"/>
                </a:solidFill>
                <a:latin typeface="楷体_GB2312" pitchFamily="49" charset="-122"/>
                <a:ea typeface="楷体_GB2312" pitchFamily="49" charset="-122"/>
                <a:cs typeface="+mn-cs"/>
              </a:rPr>
              <a:t>（</a:t>
            </a: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1</a:t>
            </a:r>
            <a:r>
              <a:rPr kumimoji="0" lang="zh-CN" altLang="en-US" sz="4000" b="1" i="0" u="none" strike="noStrike" kern="1200" cap="none" spc="0" normalizeH="0" baseline="0" dirty="0">
                <a:solidFill>
                  <a:schemeClr val="tx1"/>
                </a:solidFill>
                <a:latin typeface="楷体_GB2312" pitchFamily="49" charset="-122"/>
                <a:ea typeface="楷体_GB2312" pitchFamily="49" charset="-122"/>
                <a:cs typeface="+mn-cs"/>
              </a:rPr>
              <a:t>）经济可行性</a:t>
            </a:r>
            <a:endParaRPr kumimoji="0"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28675" name="Rectangle 2"/>
          <p:cNvSpPr>
            <a:spLocks noGrp="1"/>
          </p:cNvSpPr>
          <p:nvPr>
            <p:ph idx="1"/>
          </p:nvPr>
        </p:nvSpPr>
        <p:spPr>
          <a:xfrm>
            <a:off x="457200" y="1192530"/>
            <a:ext cx="7806690" cy="5132070"/>
          </a:xfrm>
        </p:spPr>
        <p:txBody>
          <a:bodyPr vert="horz" wrap="square" lIns="91440" tIns="45720" rIns="91440" bIns="45720" anchor="t" anchorCtr="0"/>
          <a:p>
            <a:pPr eaLnBrk="1" hangingPunct="1">
              <a:lnSpc>
                <a:spcPct val="115000"/>
              </a:lnSpc>
              <a:buClr>
                <a:srgbClr val="000000"/>
              </a:buClr>
              <a:buFont typeface="Arial" panose="020B0604020202020204" pitchFamily="34" charset="0"/>
              <a:buChar char="•"/>
            </a:pPr>
            <a:r>
              <a:rPr lang="zh-CN" altLang="en-US" sz="2800" dirty="0">
                <a:solidFill>
                  <a:srgbClr val="FF3300"/>
                </a:solidFill>
              </a:rPr>
              <a:t>投资回收期</a:t>
            </a:r>
            <a:r>
              <a:rPr lang="zh-CN" altLang="en-US" sz="2800" dirty="0"/>
              <a:t>：</a:t>
            </a:r>
            <a:r>
              <a:rPr lang="zh-CN" altLang="en-US" sz="2800" dirty="0">
                <a:latin typeface="楷体_GB2312" pitchFamily="49" charset="-122"/>
              </a:rPr>
              <a:t>累计的经济效益正好等于投资数（成本）所需的时间。</a:t>
            </a:r>
            <a:endParaRPr lang="zh-CN" altLang="en-US" sz="2800" dirty="0">
              <a:latin typeface="楷体_GB2312" pitchFamily="49" charset="-122"/>
            </a:endParaRPr>
          </a:p>
          <a:p>
            <a:pPr eaLnBrk="1" latinLnBrk="0" hangingPunct="1">
              <a:lnSpc>
                <a:spcPct val="115000"/>
              </a:lnSpc>
              <a:spcBef>
                <a:spcPts val="2400"/>
              </a:spcBef>
              <a:buClr>
                <a:srgbClr val="000000"/>
              </a:buClr>
              <a:buFont typeface="Arial" panose="020B0604020202020204" pitchFamily="34" charset="0"/>
              <a:buChar char="•"/>
            </a:pPr>
            <a:r>
              <a:rPr lang="zh-CN" altLang="en-US" sz="2800" dirty="0">
                <a:solidFill>
                  <a:srgbClr val="FF3300"/>
                </a:solidFill>
                <a:latin typeface="楷体_GB2312" pitchFamily="49" charset="-122"/>
              </a:rPr>
              <a:t>纯收入</a:t>
            </a:r>
            <a:r>
              <a:rPr lang="en-US" altLang="zh-CN" sz="2800" dirty="0">
                <a:latin typeface="楷体_GB2312" pitchFamily="49" charset="-122"/>
              </a:rPr>
              <a:t>=</a:t>
            </a:r>
            <a:r>
              <a:rPr lang="zh-CN" altLang="en-US" sz="2800" dirty="0">
                <a:latin typeface="楷体_GB2312" pitchFamily="49" charset="-122"/>
              </a:rPr>
              <a:t>累计经济效益 </a:t>
            </a:r>
            <a:r>
              <a:rPr lang="en-US" altLang="zh-CN" sz="2800" dirty="0">
                <a:latin typeface="Arial" panose="020B0604020202020204" pitchFamily="34" charset="0"/>
              </a:rPr>
              <a:t>–</a:t>
            </a:r>
            <a:r>
              <a:rPr lang="en-US" altLang="zh-CN" sz="2800" dirty="0">
                <a:latin typeface="楷体_GB2312" pitchFamily="49" charset="-122"/>
              </a:rPr>
              <a:t> </a:t>
            </a:r>
            <a:r>
              <a:rPr lang="zh-CN" altLang="en-US" sz="2800" dirty="0">
                <a:latin typeface="楷体_GB2312" pitchFamily="49" charset="-122"/>
              </a:rPr>
              <a:t>投资数</a:t>
            </a:r>
            <a:endParaRPr lang="zh-CN" altLang="en-US" sz="2800" dirty="0">
              <a:latin typeface="楷体_GB2312" pitchFamily="49" charset="-122"/>
            </a:endParaRPr>
          </a:p>
          <a:p>
            <a:pPr lvl="1" eaLnBrk="1" hangingPunct="1">
              <a:lnSpc>
                <a:spcPct val="115000"/>
              </a:lnSpc>
              <a:buFont typeface="Wingdings" panose="05000000000000000000" pitchFamily="2" charset="2"/>
              <a:buChar char="Ø"/>
            </a:pPr>
            <a:r>
              <a:rPr lang="zh-CN" altLang="en-US" sz="2600" b="1" dirty="0">
                <a:latin typeface="宋体" panose="02010600030101010101" pitchFamily="2" charset="-122"/>
                <a:ea typeface="楷体_GB2312" pitchFamily="49" charset="-122"/>
              </a:rPr>
              <a:t>当纯收入大于零时，该工程值得投资开发；</a:t>
            </a:r>
            <a:endParaRPr lang="zh-CN" altLang="en-US" sz="2600" b="1" dirty="0">
              <a:latin typeface="宋体" panose="02010600030101010101" pitchFamily="2" charset="-122"/>
              <a:ea typeface="楷体_GB2312" pitchFamily="49" charset="-122"/>
            </a:endParaRPr>
          </a:p>
          <a:p>
            <a:pPr lvl="1" eaLnBrk="1" hangingPunct="1">
              <a:lnSpc>
                <a:spcPct val="115000"/>
              </a:lnSpc>
              <a:buFont typeface="Wingdings" panose="05000000000000000000" pitchFamily="2" charset="2"/>
              <a:buChar char="Ø"/>
            </a:pPr>
            <a:r>
              <a:rPr lang="zh-CN" altLang="en-US" sz="2600" b="1" dirty="0">
                <a:latin typeface="宋体" panose="02010600030101010101" pitchFamily="2" charset="-122"/>
                <a:ea typeface="楷体_GB2312" pitchFamily="49" charset="-122"/>
              </a:rPr>
              <a:t>当纯收入小于零时，该工程不值得投资；（除非它有明显的社会效益）</a:t>
            </a:r>
            <a:endParaRPr lang="zh-CN" altLang="en-US" sz="2600" b="1" dirty="0">
              <a:latin typeface="宋体" panose="02010600030101010101" pitchFamily="2" charset="-122"/>
              <a:ea typeface="楷体_GB2312" pitchFamily="49" charset="-122"/>
            </a:endParaRPr>
          </a:p>
          <a:p>
            <a:pPr lvl="1" eaLnBrk="1" hangingPunct="1">
              <a:lnSpc>
                <a:spcPct val="115000"/>
              </a:lnSpc>
              <a:buFont typeface="Wingdings" panose="05000000000000000000" pitchFamily="2" charset="2"/>
              <a:buChar char="Ø"/>
            </a:pPr>
            <a:r>
              <a:rPr lang="zh-CN" altLang="en-US" sz="2600" b="1" dirty="0">
                <a:latin typeface="宋体" panose="02010600030101010101" pitchFamily="2" charset="-122"/>
                <a:ea typeface="楷体_GB2312" pitchFamily="49" charset="-122"/>
              </a:rPr>
              <a:t>当纯收入等于零时，通常也不值得投资</a:t>
            </a:r>
            <a:endParaRPr lang="zh-CN" altLang="en-US" sz="2600" b="1" dirty="0">
              <a:latin typeface="宋体" panose="02010600030101010101" pitchFamily="2" charset="-122"/>
              <a:ea typeface="楷体_GB2312" pitchFamily="49" charset="-122"/>
            </a:endParaRPr>
          </a:p>
          <a:p>
            <a:pPr lvl="1" eaLnBrk="1" hangingPunct="1">
              <a:lnSpc>
                <a:spcPct val="115000"/>
              </a:lnSpc>
              <a:buFont typeface="Wingdings" panose="05000000000000000000" pitchFamily="2" charset="2"/>
              <a:buChar char="Ø"/>
            </a:pPr>
            <a:r>
              <a:rPr lang="zh-CN" altLang="en-US" sz="2600" dirty="0">
                <a:latin typeface="宋体" panose="02010600030101010101" pitchFamily="2" charset="-122"/>
              </a:rPr>
              <a:t>显然，纯收入越大越好。</a:t>
            </a:r>
            <a:endParaRPr lang="zh-CN" altLang="en-US" sz="2600" dirty="0">
              <a:latin typeface="楷体_GB2312" pitchFamily="49" charset="-122"/>
            </a:endParaRPr>
          </a:p>
        </p:txBody>
      </p:sp>
      <p:sp>
        <p:nvSpPr>
          <p:cNvPr id="28676"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4" name="Rectangle 2"/>
          <p:cNvSpPr>
            <a:spLocks noGrp="1" noChangeArrowheads="1"/>
          </p:cNvSpPr>
          <p:nvPr>
            <p:ph type="title"/>
            <p:custDataLst>
              <p:tags r:id="rId1"/>
            </p:custDataLst>
          </p:nvPr>
        </p:nvSpPr>
        <p:spPr>
          <a:xfrm>
            <a:off x="474663" y="330200"/>
            <a:ext cx="7907338" cy="7366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dirty="0">
                <a:solidFill>
                  <a:schemeClr val="tx1"/>
                </a:solidFill>
                <a:latin typeface="楷体_GB2312" pitchFamily="49" charset="-122"/>
                <a:ea typeface="楷体_GB2312" pitchFamily="49" charset="-122"/>
                <a:cs typeface="+mn-cs"/>
              </a:rPr>
              <a:t>（</a:t>
            </a:r>
            <a:r>
              <a:rPr kumimoji="0" lang="en-US" altLang="zh-CN" sz="4000" b="1" i="0" u="none" strike="noStrike" kern="1200" cap="none" spc="0" normalizeH="0" baseline="0" dirty="0">
                <a:solidFill>
                  <a:schemeClr val="tx1"/>
                </a:solidFill>
                <a:latin typeface="楷体_GB2312" pitchFamily="49" charset="-122"/>
                <a:ea typeface="楷体_GB2312" pitchFamily="49" charset="-122"/>
                <a:cs typeface="+mn-cs"/>
              </a:rPr>
              <a:t>1</a:t>
            </a:r>
            <a:r>
              <a:rPr kumimoji="0" lang="zh-CN" altLang="en-US" sz="4000" b="1" i="0" u="none" strike="noStrike" kern="1200" cap="none" spc="0" normalizeH="0" baseline="0" dirty="0">
                <a:solidFill>
                  <a:schemeClr val="tx1"/>
                </a:solidFill>
                <a:latin typeface="楷体_GB2312" pitchFamily="49" charset="-122"/>
                <a:ea typeface="楷体_GB2312" pitchFamily="49" charset="-122"/>
                <a:cs typeface="+mn-cs"/>
              </a:rPr>
              <a:t>）经济可行性</a:t>
            </a:r>
            <a:endParaRPr kumimoji="0"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771074" name="Rectangle 2"/>
          <p:cNvSpPr>
            <a:spLocks noGrp="1" noChangeArrowheads="1"/>
          </p:cNvSpPr>
          <p:nvPr>
            <p:ph type="title"/>
          </p:nvPr>
        </p:nvSpPr>
        <p:spPr>
          <a:xfrm>
            <a:off x="762000" y="457200"/>
            <a:ext cx="7620000" cy="8382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a:t>
            </a:r>
            <a:r>
              <a:rPr kumimoji="0" lang="en-US" altLang="zh-CN"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）技术可行性分析</a:t>
            </a:r>
            <a:endPar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29700" name="Rectangle 3"/>
          <p:cNvSpPr>
            <a:spLocks noGrp="1"/>
          </p:cNvSpPr>
          <p:nvPr>
            <p:ph idx="1"/>
          </p:nvPr>
        </p:nvSpPr>
        <p:spPr>
          <a:xfrm>
            <a:off x="494030" y="1619885"/>
            <a:ext cx="8117205" cy="4095115"/>
          </a:xfrm>
        </p:spPr>
        <p:txBody>
          <a:bodyPr vert="horz" wrap="square" lIns="91440" tIns="45720" rIns="91440" bIns="45720" anchor="t" anchorCtr="0"/>
          <a:p>
            <a:pPr eaLnBrk="1" latinLnBrk="0" hangingPunct="1">
              <a:lnSpc>
                <a:spcPct val="120000"/>
              </a:lnSpc>
              <a:spcBef>
                <a:spcPts val="1200"/>
              </a:spcBef>
              <a:buClr>
                <a:srgbClr val="000000"/>
              </a:buClr>
              <a:buFont typeface="Arial" panose="020B0604020202020204" pitchFamily="34" charset="0"/>
              <a:buChar char="•"/>
            </a:pPr>
            <a:r>
              <a:rPr lang="zh-CN" altLang="en-US" sz="2800" dirty="0">
                <a:solidFill>
                  <a:srgbClr val="FF0000"/>
                </a:solidFill>
                <a:latin typeface="宋体" panose="02010600030101010101" pitchFamily="2" charset="-122"/>
              </a:rPr>
              <a:t>技术可行性</a:t>
            </a:r>
            <a:r>
              <a:rPr lang="zh-CN" altLang="en-US" sz="2800" dirty="0">
                <a:latin typeface="宋体" panose="02010600030101010101" pitchFamily="2" charset="-122"/>
              </a:rPr>
              <a:t>主要根据系统的功能、性能、约束条件等，分析在现有资源和技术条件下系统能否实现。</a:t>
            </a:r>
            <a:endParaRPr lang="zh-CN" altLang="en-US" sz="2800" dirty="0">
              <a:latin typeface="宋体" panose="02010600030101010101" pitchFamily="2" charset="-122"/>
            </a:endParaRPr>
          </a:p>
          <a:p>
            <a:pPr eaLnBrk="1" latinLnBrk="0" hangingPunct="1">
              <a:lnSpc>
                <a:spcPct val="120000"/>
              </a:lnSpc>
              <a:spcBef>
                <a:spcPts val="1200"/>
              </a:spcBef>
            </a:pPr>
            <a:r>
              <a:rPr lang="zh-CN" altLang="en-US" sz="2800" dirty="0">
                <a:latin typeface="宋体" panose="02010600030101010101" pitchFamily="2" charset="-122"/>
              </a:rPr>
              <a:t>技术可行性分析通常包括</a:t>
            </a:r>
            <a:r>
              <a:rPr lang="zh-CN" altLang="en-US" sz="2800" dirty="0">
                <a:solidFill>
                  <a:srgbClr val="FF0000"/>
                </a:solidFill>
                <a:latin typeface="宋体" panose="02010600030101010101" pitchFamily="2" charset="-122"/>
              </a:rPr>
              <a:t>风险分析</a:t>
            </a:r>
            <a:r>
              <a:rPr lang="zh-CN" altLang="en-US" sz="2800" dirty="0">
                <a:latin typeface="宋体" panose="02010600030101010101" pitchFamily="2" charset="-122"/>
              </a:rPr>
              <a:t>、</a:t>
            </a:r>
            <a:r>
              <a:rPr lang="zh-CN" altLang="en-US" sz="2800" dirty="0">
                <a:solidFill>
                  <a:srgbClr val="FF0000"/>
                </a:solidFill>
                <a:latin typeface="宋体" panose="02010600030101010101" pitchFamily="2" charset="-122"/>
              </a:rPr>
              <a:t>资源分析</a:t>
            </a:r>
            <a:r>
              <a:rPr lang="zh-CN" altLang="en-US" sz="2800" dirty="0">
                <a:latin typeface="宋体" panose="02010600030101010101" pitchFamily="2" charset="-122"/>
              </a:rPr>
              <a:t>和</a:t>
            </a:r>
            <a:r>
              <a:rPr lang="zh-CN" altLang="en-US" sz="2800" dirty="0">
                <a:solidFill>
                  <a:srgbClr val="FF0000"/>
                </a:solidFill>
                <a:latin typeface="宋体" panose="02010600030101010101" pitchFamily="2" charset="-122"/>
              </a:rPr>
              <a:t>技术分析</a:t>
            </a:r>
            <a:r>
              <a:rPr lang="zh-CN" altLang="en-US" sz="2800" dirty="0">
                <a:latin typeface="宋体" panose="02010600030101010101" pitchFamily="2" charset="-122"/>
              </a:rPr>
              <a:t>。</a:t>
            </a:r>
            <a:endParaRPr lang="zh-CN" altLang="en-US" sz="2800" dirty="0"/>
          </a:p>
        </p:txBody>
      </p:sp>
      <p:sp>
        <p:nvSpPr>
          <p:cNvPr id="29701"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transition>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30723" name="Rectangle 2"/>
          <p:cNvSpPr>
            <a:spLocks noGrp="1"/>
          </p:cNvSpPr>
          <p:nvPr>
            <p:ph idx="1"/>
          </p:nvPr>
        </p:nvSpPr>
        <p:spPr>
          <a:xfrm>
            <a:off x="381000" y="1186180"/>
            <a:ext cx="7926070" cy="5062220"/>
          </a:xfrm>
        </p:spPr>
        <p:txBody>
          <a:bodyPr vert="horz" wrap="square" lIns="91440" tIns="45720" rIns="91440" bIns="45720" anchor="t" anchorCtr="0"/>
          <a:p>
            <a:pPr eaLnBrk="1" latinLnBrk="0" hangingPunct="1">
              <a:spcBef>
                <a:spcPts val="1200"/>
              </a:spcBef>
              <a:buClr>
                <a:srgbClr val="000000"/>
              </a:buClr>
              <a:buFont typeface="Arial" panose="020B0604020202020204" pitchFamily="34" charset="0"/>
              <a:buChar char="•"/>
            </a:pPr>
            <a:r>
              <a:rPr lang="zh-CN" altLang="en-US" sz="2800" dirty="0">
                <a:solidFill>
                  <a:srgbClr val="FF3300"/>
                </a:solidFill>
                <a:latin typeface="楷体_GB2312" pitchFamily="49" charset="-122"/>
              </a:rPr>
              <a:t>风险分析</a:t>
            </a:r>
            <a:r>
              <a:rPr lang="zh-CN" altLang="en-US" sz="2800" dirty="0">
                <a:latin typeface="楷体_GB2312" pitchFamily="49" charset="-122"/>
              </a:rPr>
              <a:t>：分析在给定的约束条件下设计和实现系统的风险。</a:t>
            </a:r>
            <a:endParaRPr lang="zh-CN" altLang="en-US" sz="2800" dirty="0">
              <a:latin typeface="楷体_GB2312" pitchFamily="49" charset="-122"/>
            </a:endParaRPr>
          </a:p>
          <a:p>
            <a:pPr marL="952500" lvl="1" eaLnBrk="1" latinLnBrk="0" hangingPunct="1">
              <a:spcBef>
                <a:spcPts val="1200"/>
              </a:spcBef>
              <a:buClr>
                <a:schemeClr val="tx1"/>
              </a:buClr>
              <a:buFont typeface="Wingdings" panose="05000000000000000000" pitchFamily="2" charset="2"/>
              <a:buChar char="Ø"/>
            </a:pPr>
            <a:r>
              <a:rPr lang="zh-CN" altLang="en-US" sz="2800" b="1" dirty="0">
                <a:latin typeface="楷体_GB2312" pitchFamily="49" charset="-122"/>
                <a:ea typeface="楷体_GB2312" pitchFamily="49" charset="-122"/>
              </a:rPr>
              <a:t>采用不成熟的技术可能造成技术风险；</a:t>
            </a:r>
            <a:endParaRPr lang="zh-CN" altLang="en-US" sz="2800" b="1" dirty="0">
              <a:latin typeface="楷体_GB2312" pitchFamily="49" charset="-122"/>
              <a:ea typeface="楷体_GB2312" pitchFamily="49" charset="-122"/>
            </a:endParaRPr>
          </a:p>
          <a:p>
            <a:pPr marL="952500" lvl="1" eaLnBrk="1" latinLnBrk="0" hangingPunct="1">
              <a:spcBef>
                <a:spcPts val="1200"/>
              </a:spcBef>
              <a:buClr>
                <a:schemeClr val="tx1"/>
              </a:buClr>
              <a:buFont typeface="Wingdings" panose="05000000000000000000" pitchFamily="2" charset="2"/>
              <a:buChar char="Ø"/>
            </a:pPr>
            <a:r>
              <a:rPr lang="zh-CN" altLang="en-US" sz="2800" b="1" dirty="0">
                <a:latin typeface="楷体_GB2312" pitchFamily="49" charset="-122"/>
                <a:ea typeface="楷体_GB2312" pitchFamily="49" charset="-122"/>
              </a:rPr>
              <a:t>人员流动可能给项目带来风险；</a:t>
            </a:r>
            <a:endParaRPr lang="zh-CN" altLang="en-US" sz="2800" b="1" dirty="0">
              <a:latin typeface="楷体_GB2312" pitchFamily="49" charset="-122"/>
              <a:ea typeface="楷体_GB2312" pitchFamily="49" charset="-122"/>
            </a:endParaRPr>
          </a:p>
          <a:p>
            <a:pPr marL="952500" lvl="1" eaLnBrk="1" latinLnBrk="0" hangingPunct="1">
              <a:spcBef>
                <a:spcPts val="1200"/>
              </a:spcBef>
              <a:buClr>
                <a:schemeClr val="tx1"/>
              </a:buClr>
              <a:buFont typeface="Wingdings" panose="05000000000000000000" pitchFamily="2" charset="2"/>
              <a:buChar char="Ø"/>
            </a:pPr>
            <a:r>
              <a:rPr lang="zh-CN" altLang="en-US" sz="2800" b="1" dirty="0">
                <a:latin typeface="楷体_GB2312" pitchFamily="49" charset="-122"/>
                <a:ea typeface="楷体_GB2312" pitchFamily="49" charset="-122"/>
              </a:rPr>
              <a:t>成本和人员估算不合理造成的预算风险。</a:t>
            </a:r>
            <a:endParaRPr lang="zh-CN" altLang="en-US" sz="2800" b="1" dirty="0">
              <a:latin typeface="楷体_GB2312" pitchFamily="49" charset="-122"/>
              <a:ea typeface="楷体_GB2312" pitchFamily="49" charset="-122"/>
            </a:endParaRPr>
          </a:p>
          <a:p>
            <a:pPr marL="0" indent="711200" eaLnBrk="1" latinLnBrk="0" hangingPunct="1">
              <a:spcBef>
                <a:spcPts val="3000"/>
              </a:spcBef>
              <a:buClr>
                <a:srgbClr val="FF3300"/>
              </a:buClr>
              <a:buNone/>
              <a:extLst>
                <a:ext uri="{35155182-B16C-46BC-9424-99874614C6A1}">
                  <wpsdc:indentchars xmlns:wpsdc="http://www.wps.cn/officeDocument/2017/drawingmlCustomData" val="200" checksum="3773799597"/>
                </a:ext>
              </a:extLst>
            </a:pPr>
            <a:r>
              <a:rPr lang="zh-CN" altLang="en-US" sz="2800" dirty="0">
                <a:solidFill>
                  <a:srgbClr val="FF0000"/>
                </a:solidFill>
                <a:latin typeface="楷体_GB2312" pitchFamily="49" charset="-122"/>
              </a:rPr>
              <a:t>风险分析的目的</a:t>
            </a:r>
            <a:r>
              <a:rPr lang="zh-CN" altLang="en-US" sz="2800" dirty="0">
                <a:latin typeface="楷体_GB2312" pitchFamily="49" charset="-122"/>
              </a:rPr>
              <a:t>是找出风险，评价风险的大小，并有效地控制和缓解风险。</a:t>
            </a:r>
            <a:endParaRPr lang="zh-CN" altLang="en-US" sz="2800" dirty="0">
              <a:latin typeface="楷体_GB2312" pitchFamily="49" charset="-122"/>
            </a:endParaRPr>
          </a:p>
        </p:txBody>
      </p:sp>
      <p:sp>
        <p:nvSpPr>
          <p:cNvPr id="30724"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771074" name="Rectangle 2"/>
          <p:cNvSpPr>
            <a:spLocks noGrp="1" noChangeArrowheads="1"/>
          </p:cNvSpPr>
          <p:nvPr>
            <p:ph type="title"/>
            <p:custDataLst>
              <p:tags r:id="rId1"/>
            </p:custDataLst>
          </p:nvPr>
        </p:nvSpPr>
        <p:spPr>
          <a:xfrm>
            <a:off x="762000" y="304800"/>
            <a:ext cx="7620000" cy="8382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a:t>
            </a:r>
            <a:r>
              <a:rPr kumimoji="0" lang="en-US" altLang="zh-CN"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）技术可行性分析</a:t>
            </a:r>
            <a:endPar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31747" name="Rectangle 2"/>
          <p:cNvSpPr>
            <a:spLocks noGrp="1"/>
          </p:cNvSpPr>
          <p:nvPr>
            <p:ph idx="1"/>
          </p:nvPr>
        </p:nvSpPr>
        <p:spPr>
          <a:xfrm>
            <a:off x="304800" y="1174115"/>
            <a:ext cx="7849235" cy="3997325"/>
          </a:xfrm>
        </p:spPr>
        <p:txBody>
          <a:bodyPr vert="horz" wrap="square" lIns="91440" tIns="45720" rIns="91440" bIns="45720" anchor="t" anchorCtr="0"/>
          <a:p>
            <a:pPr eaLnBrk="1" latinLnBrk="0" hangingPunct="1">
              <a:lnSpc>
                <a:spcPct val="120000"/>
              </a:lnSpc>
              <a:spcBef>
                <a:spcPts val="1200"/>
              </a:spcBef>
              <a:buClr>
                <a:srgbClr val="000000"/>
              </a:buClr>
              <a:buFont typeface="Arial" panose="020B0604020202020204" pitchFamily="34" charset="0"/>
              <a:buChar char="•"/>
            </a:pPr>
            <a:r>
              <a:rPr lang="zh-CN" altLang="en-US" sz="2800" dirty="0">
                <a:solidFill>
                  <a:srgbClr val="FF3300"/>
                </a:solidFill>
                <a:latin typeface="楷体_GB2312" pitchFamily="49" charset="-122"/>
              </a:rPr>
              <a:t>资源分析</a:t>
            </a:r>
            <a:r>
              <a:rPr lang="zh-CN" altLang="en-US" sz="2800" dirty="0">
                <a:latin typeface="楷体_GB2312" pitchFamily="49" charset="-122"/>
              </a:rPr>
              <a:t>：论证是否具备系统开发所需的各类人员、软件、硬件等资源和相应的工作环境。</a:t>
            </a:r>
            <a:endParaRPr lang="zh-CN" altLang="en-US" sz="2800" dirty="0">
              <a:latin typeface="楷体_GB2312" pitchFamily="49" charset="-122"/>
            </a:endParaRPr>
          </a:p>
          <a:p>
            <a:pPr marL="377825" indent="-377825" eaLnBrk="1" latinLnBrk="0" hangingPunct="1">
              <a:lnSpc>
                <a:spcPct val="120000"/>
              </a:lnSpc>
              <a:spcBef>
                <a:spcPts val="1200"/>
              </a:spcBef>
              <a:buClr>
                <a:srgbClr val="FF3300"/>
              </a:buClr>
              <a:buNone/>
            </a:pPr>
            <a:r>
              <a:rPr lang="zh-CN" altLang="en-US" sz="2800" dirty="0">
                <a:latin typeface="楷体_GB2312" pitchFamily="49" charset="-122"/>
              </a:rPr>
              <a:t>  </a:t>
            </a:r>
            <a:r>
              <a:rPr lang="en-US" altLang="zh-CN" sz="2800" dirty="0">
                <a:latin typeface="楷体_GB2312" pitchFamily="49" charset="-122"/>
              </a:rPr>
              <a:t>    </a:t>
            </a:r>
            <a:r>
              <a:rPr lang="zh-CN" altLang="en-US" sz="2800" dirty="0">
                <a:solidFill>
                  <a:srgbClr val="3D00EA"/>
                </a:solidFill>
                <a:latin typeface="楷体_GB2312" pitchFamily="49" charset="-122"/>
              </a:rPr>
              <a:t>例如</a:t>
            </a:r>
            <a:r>
              <a:rPr lang="zh-CN" altLang="en-US" sz="2800" dirty="0">
                <a:latin typeface="楷体_GB2312" pitchFamily="49" charset="-122"/>
              </a:rPr>
              <a:t>，有一支开发过类似项目的开发和管理的团队，或者开发人员比较熟悉系统所处的领域，并有足够的人员保证，所需的硬件和支撑软件能通过合法的手段获取，那么从技术角度看，可以认为具备设计和实现系统的条件。</a:t>
            </a:r>
            <a:endParaRPr lang="zh-CN" altLang="en-US" sz="2800" dirty="0">
              <a:latin typeface="楷体_GB2312" pitchFamily="49" charset="-122"/>
            </a:endParaRPr>
          </a:p>
        </p:txBody>
      </p:sp>
      <p:sp>
        <p:nvSpPr>
          <p:cNvPr id="31748"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771074" name="Rectangle 2"/>
          <p:cNvSpPr>
            <a:spLocks noGrp="1" noChangeArrowheads="1"/>
          </p:cNvSpPr>
          <p:nvPr>
            <p:ph type="title"/>
            <p:custDataLst>
              <p:tags r:id="rId1"/>
            </p:custDataLst>
          </p:nvPr>
        </p:nvSpPr>
        <p:spPr>
          <a:xfrm>
            <a:off x="762000" y="304800"/>
            <a:ext cx="7620000" cy="8382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a:t>
            </a:r>
            <a:r>
              <a:rPr kumimoji="0" lang="en-US" altLang="zh-CN"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）技术可行性分析</a:t>
            </a:r>
            <a:endPar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pull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32771" name="Rectangle 2"/>
          <p:cNvSpPr>
            <a:spLocks noGrp="1"/>
          </p:cNvSpPr>
          <p:nvPr>
            <p:ph idx="1"/>
          </p:nvPr>
        </p:nvSpPr>
        <p:spPr>
          <a:xfrm>
            <a:off x="381000" y="1225550"/>
            <a:ext cx="8058785" cy="4769485"/>
          </a:xfrm>
          <a:solidFill>
            <a:schemeClr val="bg1"/>
          </a:solidFill>
        </p:spPr>
        <p:txBody>
          <a:bodyPr vert="horz" wrap="square" lIns="91440" tIns="45720" rIns="91440" bIns="45720" anchor="t" anchorCtr="0"/>
          <a:p>
            <a:pPr eaLnBrk="1" latinLnBrk="0" hangingPunct="1">
              <a:lnSpc>
                <a:spcPct val="120000"/>
              </a:lnSpc>
              <a:spcBef>
                <a:spcPts val="1200"/>
              </a:spcBef>
              <a:buClr>
                <a:srgbClr val="000000"/>
              </a:buClr>
              <a:buFont typeface="Arial" panose="020B0604020202020204" pitchFamily="34" charset="0"/>
              <a:buChar char="•"/>
            </a:pPr>
            <a:r>
              <a:rPr lang="zh-CN" altLang="en-US" sz="2800" dirty="0">
                <a:solidFill>
                  <a:srgbClr val="FF3300"/>
                </a:solidFill>
                <a:latin typeface="楷体_GB2312" pitchFamily="49" charset="-122"/>
              </a:rPr>
              <a:t>技术分析</a:t>
            </a:r>
            <a:r>
              <a:rPr lang="zh-CN" altLang="en-US" sz="2800" dirty="0">
                <a:latin typeface="楷体_GB2312" pitchFamily="49" charset="-122"/>
              </a:rPr>
              <a:t>：分析当前的科学技术是否支持系统开发的各项活动。</a:t>
            </a:r>
            <a:endParaRPr lang="zh-CN" altLang="en-US" sz="2600" dirty="0">
              <a:latin typeface="楷体_GB2312" pitchFamily="49" charset="-122"/>
            </a:endParaRPr>
          </a:p>
          <a:p>
            <a:pPr marL="342265" indent="0" algn="just" eaLnBrk="1" latinLnBrk="0" hangingPunct="1">
              <a:lnSpc>
                <a:spcPct val="120000"/>
              </a:lnSpc>
              <a:spcBef>
                <a:spcPts val="1200"/>
              </a:spcBef>
              <a:buClr>
                <a:srgbClr val="000000"/>
              </a:buClr>
              <a:buFont typeface="Arial" panose="020B0604020202020204" pitchFamily="34" charset="0"/>
              <a:buNone/>
            </a:pPr>
            <a:r>
              <a:rPr lang="en-US" altLang="zh-CN" sz="2600" dirty="0">
                <a:latin typeface="楷体_GB2312" pitchFamily="49" charset="-122"/>
              </a:rPr>
              <a:t>    </a:t>
            </a:r>
            <a:r>
              <a:rPr lang="zh-CN" altLang="en-US" sz="2600" dirty="0">
                <a:latin typeface="楷体_GB2312" pitchFamily="49" charset="-122"/>
              </a:rPr>
              <a:t>在技术分析过程中，分析员收集系统的性能、可靠性、可维护性和生产率方面的信息，分析实现系统功能、性能所需的技术、方法、算法或过程，从技术角度分析可能存在的风险，以及这些技术问题对成本的影响。</a:t>
            </a:r>
            <a:endParaRPr lang="zh-CN" altLang="en-US" sz="2600" dirty="0"/>
          </a:p>
          <a:p>
            <a:pPr algn="just" eaLnBrk="1" latinLnBrk="0" hangingPunct="1">
              <a:lnSpc>
                <a:spcPct val="120000"/>
              </a:lnSpc>
              <a:spcBef>
                <a:spcPts val="1200"/>
              </a:spcBef>
              <a:buNone/>
            </a:pPr>
            <a:r>
              <a:rPr lang="zh-CN" altLang="en-US" sz="2600" dirty="0"/>
              <a:t>  </a:t>
            </a:r>
            <a:r>
              <a:rPr lang="en-US" altLang="zh-CN" sz="2600" dirty="0"/>
              <a:t>     </a:t>
            </a:r>
            <a:r>
              <a:rPr lang="zh-CN" altLang="en-US" sz="2600" dirty="0"/>
              <a:t>技术可行性分析时通常需进行系统建模，必要时可建造原型和进行系统模</a:t>
            </a:r>
            <a:r>
              <a:rPr lang="zh-CN" altLang="en-US" sz="2600" dirty="0"/>
              <a:t>拟。</a:t>
            </a:r>
            <a:endParaRPr lang="zh-CN" altLang="en-US" sz="2600" dirty="0"/>
          </a:p>
        </p:txBody>
      </p:sp>
      <p:sp>
        <p:nvSpPr>
          <p:cNvPr id="32772"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771074" name="Rectangle 2"/>
          <p:cNvSpPr>
            <a:spLocks noGrp="1" noChangeArrowheads="1"/>
          </p:cNvSpPr>
          <p:nvPr>
            <p:ph type="title"/>
            <p:custDataLst>
              <p:tags r:id="rId1"/>
            </p:custDataLst>
          </p:nvPr>
        </p:nvSpPr>
        <p:spPr>
          <a:xfrm>
            <a:off x="762000" y="304800"/>
            <a:ext cx="7620000" cy="838200"/>
          </a:xfrm>
        </p:spPr>
        <p:txBody>
          <a:bodyPr vert="horz" wrap="square" lIns="91440" tIns="45720" rIns="91440" bIns="45720" numCol="1" anchor="b"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a:t>
            </a:r>
            <a:r>
              <a:rPr kumimoji="0" lang="en-US" altLang="zh-CN"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2</a:t>
            </a: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）技术可行性分析</a:t>
            </a:r>
            <a:endPar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779266" name="Rectangle 2"/>
          <p:cNvSpPr>
            <a:spLocks noGrp="1" noChangeArrowheads="1"/>
          </p:cNvSpPr>
          <p:nvPr>
            <p:ph type="title"/>
          </p:nvPr>
        </p:nvSpPr>
        <p:spPr>
          <a:xfrm>
            <a:off x="914400" y="228600"/>
            <a:ext cx="7467600" cy="9144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a:t>
            </a:r>
            <a:r>
              <a:rPr kumimoji="0" lang="en-US" altLang="zh-CN"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3</a:t>
            </a: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rPr>
              <a:t>）法律可行性分析</a:t>
            </a:r>
            <a:endPar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j-lt"/>
              <a:ea typeface="+mj-ea"/>
              <a:cs typeface="+mj-cs"/>
            </a:endParaRPr>
          </a:p>
        </p:txBody>
      </p:sp>
      <p:sp>
        <p:nvSpPr>
          <p:cNvPr id="33796" name="Rectangle 3"/>
          <p:cNvSpPr>
            <a:spLocks noGrp="1"/>
          </p:cNvSpPr>
          <p:nvPr>
            <p:ph idx="1"/>
          </p:nvPr>
        </p:nvSpPr>
        <p:spPr>
          <a:xfrm>
            <a:off x="457200" y="1295400"/>
            <a:ext cx="8382000" cy="5105400"/>
          </a:xfrm>
        </p:spPr>
        <p:txBody>
          <a:bodyPr vert="horz" wrap="square" lIns="91440" tIns="45720" rIns="91440" bIns="45720" anchor="t" anchorCtr="0"/>
          <a:p>
            <a:pPr eaLnBrk="1" latinLnBrk="0" hangingPunct="1">
              <a:spcBef>
                <a:spcPts val="1200"/>
              </a:spcBef>
            </a:pPr>
            <a:r>
              <a:rPr lang="zh-CN" altLang="en-US" sz="2800" dirty="0"/>
              <a:t>研究系统开发过程中可能涉及到的合同、侵权、责任以及各种与法律相抵触的问题。</a:t>
            </a:r>
            <a:endParaRPr lang="zh-CN" altLang="en-US" sz="2800" dirty="0"/>
          </a:p>
          <a:p>
            <a:pPr eaLnBrk="1" latinLnBrk="0" hangingPunct="1">
              <a:spcBef>
                <a:spcPts val="1200"/>
              </a:spcBef>
            </a:pPr>
            <a:r>
              <a:rPr lang="zh-CN" altLang="en-US" sz="2800" dirty="0"/>
              <a:t>我国颁布了</a:t>
            </a:r>
            <a:r>
              <a:rPr lang="en-US" altLang="zh-CN" sz="2800" dirty="0"/>
              <a:t>《</a:t>
            </a:r>
            <a:r>
              <a:rPr lang="zh-CN" altLang="en-US" sz="2800" dirty="0"/>
              <a:t>中华人民共和国著作权法</a:t>
            </a:r>
            <a:r>
              <a:rPr lang="en-US" altLang="zh-CN" sz="2800" dirty="0"/>
              <a:t>》</a:t>
            </a:r>
            <a:r>
              <a:rPr lang="zh-CN" altLang="en-US" sz="2800" dirty="0"/>
              <a:t>，其中将计算机软件作为著作权法的保护对象。国务院颁布了</a:t>
            </a:r>
            <a:r>
              <a:rPr lang="en-US" altLang="zh-CN" sz="2800" dirty="0"/>
              <a:t>《</a:t>
            </a:r>
            <a:r>
              <a:rPr lang="zh-CN" altLang="en-US" sz="2800" dirty="0"/>
              <a:t>计算机软件保护条例</a:t>
            </a:r>
            <a:r>
              <a:rPr lang="en-US" altLang="zh-CN" sz="2800" dirty="0"/>
              <a:t>》</a:t>
            </a:r>
            <a:r>
              <a:rPr lang="zh-CN" altLang="en-US" sz="2800" dirty="0"/>
              <a:t>。这两个法律文件是法律可行性分析的主要依据。</a:t>
            </a:r>
            <a:endParaRPr lang="zh-CN" altLang="en-US" sz="2800" dirty="0"/>
          </a:p>
        </p:txBody>
      </p:sp>
      <p:sp>
        <p:nvSpPr>
          <p:cNvPr id="33797"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transition>
    <p:pull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781314" name="Rectangle 2"/>
          <p:cNvSpPr>
            <a:spLocks noGrp="1" noChangeArrowheads="1"/>
          </p:cNvSpPr>
          <p:nvPr>
            <p:ph type="title"/>
          </p:nvPr>
        </p:nvSpPr>
        <p:spPr>
          <a:xfrm>
            <a:off x="533400" y="228600"/>
            <a:ext cx="8305800" cy="762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j-ea"/>
                <a:cs typeface="+mj-cs"/>
              </a:rPr>
              <a:t>（</a:t>
            </a:r>
            <a:r>
              <a:rPr kumimoji="0" lang="en-US" altLang="zh-CN"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j-ea"/>
                <a:cs typeface="+mj-cs"/>
              </a:rPr>
              <a:t>4</a:t>
            </a: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j-ea"/>
                <a:cs typeface="+mj-cs"/>
              </a:rPr>
              <a:t>）方案的选择和折衷</a:t>
            </a:r>
            <a:endPar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j-ea"/>
              <a:cs typeface="+mj-cs"/>
            </a:endParaRPr>
          </a:p>
        </p:txBody>
      </p:sp>
      <p:sp>
        <p:nvSpPr>
          <p:cNvPr id="34820" name="Rectangle 3"/>
          <p:cNvSpPr>
            <a:spLocks noGrp="1"/>
          </p:cNvSpPr>
          <p:nvPr>
            <p:ph idx="1"/>
          </p:nvPr>
        </p:nvSpPr>
        <p:spPr>
          <a:xfrm>
            <a:off x="304800" y="1066800"/>
            <a:ext cx="8011160" cy="4893945"/>
          </a:xfrm>
          <a:solidFill>
            <a:schemeClr val="bg1"/>
          </a:solidFill>
        </p:spPr>
        <p:txBody>
          <a:bodyPr vert="horz" wrap="square" lIns="91440" tIns="45720" rIns="91440" bIns="45720" anchor="t" anchorCtr="0"/>
          <a:p>
            <a:pPr algn="just" eaLnBrk="1" latinLnBrk="0" hangingPunct="1">
              <a:lnSpc>
                <a:spcPct val="100000"/>
              </a:lnSpc>
              <a:spcBef>
                <a:spcPts val="1200"/>
              </a:spcBef>
              <a:buClr>
                <a:srgbClr val="000000"/>
              </a:buClr>
              <a:buFont typeface="Arial" panose="020B0604020202020204" pitchFamily="34" charset="0"/>
              <a:buChar char="•"/>
            </a:pPr>
            <a:r>
              <a:rPr lang="zh-CN" altLang="en-US" sz="2600" dirty="0"/>
              <a:t>一个基于计算机的系统可以有多个可行的实现方案，每个方案对成本、时间、人员、技术、设备都有不同的要求，不同方案开发出来的系统在功能、性能方面也会有所不同。</a:t>
            </a:r>
            <a:r>
              <a:rPr lang="zh-CN" altLang="en-US" sz="2600" dirty="0">
                <a:solidFill>
                  <a:srgbClr val="FF0000"/>
                </a:solidFill>
              </a:rPr>
              <a:t>因此要在多个可行的实现方案中作出选择。</a:t>
            </a:r>
            <a:endParaRPr lang="zh-CN" altLang="en-US" sz="2600" dirty="0">
              <a:solidFill>
                <a:srgbClr val="FF0000"/>
              </a:solidFill>
            </a:endParaRPr>
          </a:p>
          <a:p>
            <a:pPr algn="just" eaLnBrk="1" latinLnBrk="0" hangingPunct="1">
              <a:lnSpc>
                <a:spcPct val="100000"/>
              </a:lnSpc>
              <a:spcBef>
                <a:spcPts val="1200"/>
              </a:spcBef>
              <a:buClr>
                <a:srgbClr val="000000"/>
              </a:buClr>
              <a:buFont typeface="Arial" panose="020B0604020202020204" pitchFamily="34" charset="0"/>
              <a:buChar char="•"/>
            </a:pPr>
            <a:r>
              <a:rPr lang="zh-CN" altLang="en-US" sz="2600" dirty="0">
                <a:solidFill>
                  <a:srgbClr val="FF0000"/>
                </a:solidFill>
              </a:rPr>
              <a:t>方案评估的依据</a:t>
            </a:r>
            <a:r>
              <a:rPr lang="zh-CN" altLang="en-US" sz="2600" dirty="0"/>
              <a:t>是待开发系统的功能、性能、成本、开发时间、采用的技术、设备、风险以及对开发人员的要求等。</a:t>
            </a:r>
            <a:endParaRPr lang="zh-CN" altLang="en-US" sz="2600" dirty="0"/>
          </a:p>
          <a:p>
            <a:pPr algn="just" eaLnBrk="1" latinLnBrk="0" hangingPunct="1">
              <a:lnSpc>
                <a:spcPct val="100000"/>
              </a:lnSpc>
              <a:spcBef>
                <a:spcPts val="1200"/>
              </a:spcBef>
              <a:buClr>
                <a:srgbClr val="000000"/>
              </a:buClr>
              <a:buFont typeface="Arial" panose="020B0604020202020204" pitchFamily="34" charset="0"/>
              <a:buChar char="•"/>
            </a:pPr>
            <a:r>
              <a:rPr lang="zh-CN" altLang="en-US" sz="2600" dirty="0"/>
              <a:t>由于系统的功能和性能受到多种因素的影响，某些因素之间相互关联和制约，例如精度和时间，可靠性和成本等，</a:t>
            </a:r>
            <a:r>
              <a:rPr lang="zh-CN" altLang="en-US" sz="2600" b="1" dirty="0"/>
              <a:t>因此在必要时应进行</a:t>
            </a:r>
            <a:r>
              <a:rPr lang="zh-CN" altLang="en-US" sz="2600" b="1" dirty="0">
                <a:solidFill>
                  <a:srgbClr val="FF0000"/>
                </a:solidFill>
              </a:rPr>
              <a:t>折衷</a:t>
            </a:r>
            <a:r>
              <a:rPr lang="zh-CN" altLang="en-US" sz="2600" b="1" dirty="0"/>
              <a:t>。</a:t>
            </a:r>
            <a:endParaRPr lang="zh-CN" altLang="en-US" sz="2600" b="1" dirty="0"/>
          </a:p>
        </p:txBody>
      </p:sp>
      <p:sp>
        <p:nvSpPr>
          <p:cNvPr id="34821"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transition>
    <p:pull dir="l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783362" name="Rectangle 2"/>
          <p:cNvSpPr>
            <a:spLocks noGrp="1" noChangeArrowheads="1"/>
          </p:cNvSpPr>
          <p:nvPr>
            <p:ph type="title"/>
          </p:nvPr>
        </p:nvSpPr>
        <p:spPr>
          <a:xfrm>
            <a:off x="381000" y="304800"/>
            <a:ext cx="8305800" cy="8382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j-ea"/>
                <a:cs typeface="+mj-cs"/>
              </a:rPr>
              <a:t>（</a:t>
            </a:r>
            <a:r>
              <a:rPr kumimoji="0" lang="en-US" altLang="zh-CN"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j-ea"/>
                <a:cs typeface="+mj-cs"/>
              </a:rPr>
              <a:t>5</a:t>
            </a: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j-ea"/>
                <a:cs typeface="+mj-cs"/>
              </a:rPr>
              <a:t>）可行性分析的结论</a:t>
            </a:r>
            <a:endPar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楷体_GB2312" pitchFamily="49" charset="-122"/>
              <a:ea typeface="+mj-ea"/>
              <a:cs typeface="+mj-cs"/>
            </a:endParaRPr>
          </a:p>
        </p:txBody>
      </p:sp>
      <p:sp>
        <p:nvSpPr>
          <p:cNvPr id="35844" name="Rectangle 3"/>
          <p:cNvSpPr>
            <a:spLocks noGrp="1"/>
          </p:cNvSpPr>
          <p:nvPr>
            <p:ph idx="1"/>
          </p:nvPr>
        </p:nvSpPr>
        <p:spPr>
          <a:xfrm>
            <a:off x="513080" y="1524000"/>
            <a:ext cx="8249920" cy="4953000"/>
          </a:xfrm>
        </p:spPr>
        <p:txBody>
          <a:bodyPr vert="horz" wrap="square" lIns="91440" tIns="45720" rIns="91440" bIns="45720" anchor="t" anchorCtr="0"/>
          <a:p>
            <a:pPr algn="just" eaLnBrk="1" latinLnBrk="0" hangingPunct="1">
              <a:lnSpc>
                <a:spcPct val="90000"/>
              </a:lnSpc>
              <a:spcBef>
                <a:spcPts val="1800"/>
              </a:spcBef>
            </a:pPr>
            <a:r>
              <a:rPr lang="zh-CN" altLang="en-US" sz="2800" dirty="0"/>
              <a:t>可以立即开始进行。</a:t>
            </a:r>
            <a:endParaRPr lang="zh-CN" altLang="en-US" sz="2800" dirty="0"/>
          </a:p>
          <a:p>
            <a:pPr algn="just" eaLnBrk="1" latinLnBrk="0" hangingPunct="1">
              <a:lnSpc>
                <a:spcPct val="90000"/>
              </a:lnSpc>
              <a:spcBef>
                <a:spcPts val="1800"/>
              </a:spcBef>
            </a:pPr>
            <a:r>
              <a:rPr lang="zh-CN" altLang="en-US" sz="2800" dirty="0"/>
              <a:t>需要推迟到某些条件（例如资金、人力、设备等）落实之后才能开始进行。</a:t>
            </a:r>
            <a:endParaRPr lang="zh-CN" altLang="en-US" sz="2800" dirty="0"/>
          </a:p>
          <a:p>
            <a:pPr algn="just" eaLnBrk="1" latinLnBrk="0" hangingPunct="1">
              <a:lnSpc>
                <a:spcPct val="90000"/>
              </a:lnSpc>
              <a:spcBef>
                <a:spcPts val="1800"/>
              </a:spcBef>
            </a:pPr>
            <a:r>
              <a:rPr lang="zh-CN" altLang="en-US" sz="2800" dirty="0"/>
              <a:t>需要对开发目标进行某些修改之后才能开始进行。</a:t>
            </a:r>
            <a:endParaRPr lang="zh-CN" altLang="en-US" sz="2800" dirty="0"/>
          </a:p>
          <a:p>
            <a:pPr algn="just" eaLnBrk="1" latinLnBrk="0" hangingPunct="1">
              <a:lnSpc>
                <a:spcPct val="90000"/>
              </a:lnSpc>
              <a:spcBef>
                <a:spcPts val="1800"/>
              </a:spcBef>
            </a:pPr>
            <a:r>
              <a:rPr lang="zh-CN" altLang="en-US" sz="2800" dirty="0">
                <a:latin typeface="宋体" panose="02010600030101010101" pitchFamily="2" charset="-122"/>
              </a:rPr>
              <a:t>因为某种原因（如技术不成熟、经济上不合算等）不能进行。</a:t>
            </a:r>
            <a:endParaRPr lang="zh-CN" altLang="en-US" sz="2800" dirty="0"/>
          </a:p>
        </p:txBody>
      </p:sp>
      <p:sp>
        <p:nvSpPr>
          <p:cNvPr id="35845"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transition>
    <p:pull dir="l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3"/>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ctr" eaLnBrk="1" hangingPunct="1"/>
            <a:r>
              <a:rPr lang="zh-CN" altLang="en-US" sz="1400" dirty="0">
                <a:ea typeface="仿宋_GB2312" pitchFamily="49" charset="-122"/>
              </a:rPr>
              <a:t>软件工程 第二章 系统工程</a:t>
            </a:r>
            <a:endParaRPr lang="en-US" altLang="zh-CN" sz="1400" dirty="0">
              <a:ea typeface="仿宋_GB2312" pitchFamily="49" charset="-122"/>
            </a:endParaRPr>
          </a:p>
        </p:txBody>
      </p:sp>
      <p:sp>
        <p:nvSpPr>
          <p:cNvPr id="181250" name="Rectangle 2"/>
          <p:cNvSpPr>
            <a:spLocks noGrp="1" noChangeArrowheads="1"/>
          </p:cNvSpPr>
          <p:nvPr>
            <p:ph type="title"/>
          </p:nvPr>
        </p:nvSpPr>
        <p:spPr>
          <a:xfrm>
            <a:off x="457200" y="457200"/>
            <a:ext cx="8229600" cy="762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rPr>
              <a:t>本章内容回顾</a:t>
            </a:r>
            <a:endParaRPr kumimoji="0" lang="zh-CN" altLang="en-US" sz="4000" b="1" i="0" u="none" strike="noStrike" kern="0" cap="none" spc="0" normalizeH="0" baseline="0" noProof="0" smtClean="0">
              <a:ln>
                <a:noFill/>
              </a:ln>
              <a:solidFill>
                <a:srgbClr val="3D00EA"/>
              </a:solidFill>
              <a:effectLst>
                <a:outerShdw blurRad="38100" dist="38100" dir="2700000" algn="tl">
                  <a:srgbClr val="C0C0C0"/>
                </a:outerShdw>
              </a:effectLst>
              <a:uLnTx/>
              <a:uFillTx/>
              <a:latin typeface="+mj-lt"/>
              <a:ea typeface="+mj-ea"/>
              <a:cs typeface="+mj-cs"/>
            </a:endParaRPr>
          </a:p>
        </p:txBody>
      </p:sp>
      <p:sp>
        <p:nvSpPr>
          <p:cNvPr id="11268" name="Rectangle 3"/>
          <p:cNvSpPr>
            <a:spLocks noGrp="1"/>
          </p:cNvSpPr>
          <p:nvPr>
            <p:ph idx="1"/>
          </p:nvPr>
        </p:nvSpPr>
        <p:spPr>
          <a:xfrm>
            <a:off x="2702560" y="1653540"/>
            <a:ext cx="4631690" cy="4061460"/>
          </a:xfrm>
        </p:spPr>
        <p:txBody>
          <a:bodyPr vert="horz" wrap="square" lIns="91440" tIns="45720" rIns="91440" bIns="45720" anchor="t" anchorCtr="0"/>
          <a:p>
            <a:pPr marL="0" indent="0" eaLnBrk="1" latinLnBrk="0" hangingPunct="1">
              <a:spcBef>
                <a:spcPts val="2400"/>
              </a:spcBef>
              <a:buNone/>
            </a:pPr>
            <a:r>
              <a:rPr lang="en-US" altLang="zh-CN" sz="3200" dirty="0"/>
              <a:t>2.1 </a:t>
            </a:r>
            <a:r>
              <a:rPr lang="zh-CN" altLang="en-US" sz="3200" dirty="0"/>
              <a:t>基于计算机的系统</a:t>
            </a:r>
            <a:endParaRPr lang="zh-CN" altLang="en-US" sz="3200" dirty="0"/>
          </a:p>
          <a:p>
            <a:pPr marL="0" indent="0" eaLnBrk="1" latinLnBrk="0" hangingPunct="1">
              <a:spcBef>
                <a:spcPts val="2400"/>
              </a:spcBef>
              <a:buNone/>
            </a:pPr>
            <a:r>
              <a:rPr lang="en-US" altLang="zh-CN" sz="3200" dirty="0"/>
              <a:t>2.2 </a:t>
            </a:r>
            <a:r>
              <a:rPr lang="zh-CN" altLang="en-US" sz="3200" dirty="0"/>
              <a:t>系统工程的任务</a:t>
            </a:r>
            <a:endParaRPr lang="zh-CN" altLang="en-US" sz="3200" dirty="0"/>
          </a:p>
          <a:p>
            <a:pPr marL="0" indent="0" eaLnBrk="1" latinLnBrk="0" hangingPunct="1">
              <a:spcBef>
                <a:spcPts val="2400"/>
              </a:spcBef>
              <a:buNone/>
            </a:pPr>
            <a:r>
              <a:rPr lang="en-US" altLang="zh-CN" sz="3200" dirty="0"/>
              <a:t>2.3 </a:t>
            </a:r>
            <a:r>
              <a:rPr lang="zh-CN" altLang="en-US" sz="3200" dirty="0"/>
              <a:t>可行性分析</a:t>
            </a:r>
            <a:r>
              <a:rPr lang="zh-CN" altLang="en-US" sz="3200" dirty="0">
                <a:solidFill>
                  <a:schemeClr val="tx2"/>
                </a:solidFill>
              </a:rPr>
              <a:t>（重点）</a:t>
            </a:r>
            <a:endParaRPr lang="zh-CN" altLang="en-US" sz="3200" dirty="0">
              <a:solidFill>
                <a:schemeClr val="tx2"/>
              </a:solidFill>
            </a:endParaRPr>
          </a:p>
        </p:txBody>
      </p:sp>
      <p:sp>
        <p:nvSpPr>
          <p:cNvPr id="11269"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COMMONDATA" val="eyJoZGlkIjoiN2YxMWU2Y2I2ODBhOWYzMjRlMjczNTZmYTkzMTE3MWMifQ=="/>
</p:tagLst>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楷体_GB2312"/>
        <a:cs typeface=""/>
      </a:majorFont>
      <a:minorFont>
        <a:latin typeface="Comic Sans MS"/>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600" b="1" i="0" u="none" strike="noStrike" cap="none" normalizeH="0" baseline="0" smtClean="0">
            <a:ln>
              <a:noFill/>
            </a:ln>
            <a:solidFill>
              <a:schemeClr val="tx1"/>
            </a:solidFill>
            <a:effectLst/>
            <a:latin typeface="Comic Sans MS" panose="030F0702030302020204" pitchFamily="66"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600" b="1" i="0" u="none" strike="noStrike" cap="none" normalizeH="0" baseline="0" smtClean="0">
            <a:ln>
              <a:noFill/>
            </a:ln>
            <a:solidFill>
              <a:schemeClr val="tx1"/>
            </a:solidFill>
            <a:effectLst/>
            <a:latin typeface="Comic Sans MS" panose="030F0702030302020204" pitchFamily="66" charset="0"/>
            <a:ea typeface="宋体" panose="02010600030101010101" pitchFamily="2" charset="-122"/>
          </a:defRPr>
        </a:defPPr>
      </a:lstStyle>
    </a:lnDef>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楷体_GB2312"/>
        <a:cs typeface=""/>
      </a:majorFont>
      <a:minorFont>
        <a:latin typeface="Comic Sans MS"/>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600" b="1" i="0" u="none" strike="noStrike" cap="none" normalizeH="0" baseline="0" smtClean="0">
            <a:ln>
              <a:noFill/>
            </a:ln>
            <a:solidFill>
              <a:schemeClr val="tx1"/>
            </a:solidFill>
            <a:effectLst/>
            <a:latin typeface="Comic Sans MS" panose="030F0702030302020204" pitchFamily="66"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600" b="1" i="0" u="none" strike="noStrike" cap="none" normalizeH="0" baseline="0" smtClean="0">
            <a:ln>
              <a:noFill/>
            </a:ln>
            <a:solidFill>
              <a:schemeClr val="tx1"/>
            </a:solidFill>
            <a:effectLst/>
            <a:latin typeface="Comic Sans MS" panose="030F0702030302020204" pitchFamily="66" charset="0"/>
            <a:ea typeface="宋体" panose="02010600030101010101" pitchFamily="2" charset="-122"/>
          </a:defRPr>
        </a:defPPr>
      </a:lstStyle>
    </a:lnDef>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0</TotalTime>
  <Words>3141</Words>
  <Application>WPS 演示</Application>
  <PresentationFormat>全屏显示(4:3)</PresentationFormat>
  <Paragraphs>256</Paragraphs>
  <Slides>25</Slides>
  <Notes>27</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25</vt:i4>
      </vt:variant>
    </vt:vector>
  </HeadingPairs>
  <TitlesOfParts>
    <vt:vector size="41" baseType="lpstr">
      <vt:lpstr>Arial</vt:lpstr>
      <vt:lpstr>宋体</vt:lpstr>
      <vt:lpstr>Wingdings</vt:lpstr>
      <vt:lpstr>Comic Sans MS</vt:lpstr>
      <vt:lpstr>仿宋_GB2312</vt:lpstr>
      <vt:lpstr>仿宋</vt:lpstr>
      <vt:lpstr>楷体_GB2312</vt:lpstr>
      <vt:lpstr>黑体</vt:lpstr>
      <vt:lpstr>微软雅黑</vt:lpstr>
      <vt:lpstr>Arial Unicode MS</vt:lpstr>
      <vt:lpstr>新宋体</vt:lpstr>
      <vt:lpstr>楷体_GB2312</vt:lpstr>
      <vt:lpstr>Crayons</vt:lpstr>
      <vt:lpstr>1_Crayons</vt:lpstr>
      <vt:lpstr>Equation.3</vt:lpstr>
      <vt:lpstr>Equation.3</vt:lpstr>
      <vt:lpstr>软件工程</vt:lpstr>
      <vt:lpstr>内容摘要</vt:lpstr>
      <vt:lpstr>内容摘要</vt:lpstr>
      <vt:lpstr> </vt:lpstr>
      <vt:lpstr>PowerPoint 演示文稿</vt:lpstr>
      <vt:lpstr>PowerPoint 演示文稿</vt:lpstr>
      <vt:lpstr>内容摘要</vt:lpstr>
      <vt:lpstr>1.2 系统工程的任务</vt:lpstr>
      <vt:lpstr>1.2 系统工程的任务</vt:lpstr>
      <vt:lpstr>1.2 系统工程的任务</vt:lpstr>
      <vt:lpstr>1.2 系统工程的任务</vt:lpstr>
      <vt:lpstr>内容摘要</vt:lpstr>
      <vt:lpstr>2.3 可行性分析</vt:lpstr>
      <vt:lpstr>2.3 可行性分析</vt:lpstr>
      <vt:lpstr>（1）经济可行性</vt:lpstr>
      <vt:lpstr>（1）经济可行性</vt:lpstr>
      <vt:lpstr>（1）经济可行性</vt:lpstr>
      <vt:lpstr>技术可行性分析</vt:lpstr>
      <vt:lpstr>（2）技术可行性分析</vt:lpstr>
      <vt:lpstr>（2）技术可行性分析</vt:lpstr>
      <vt:lpstr>（2）技术可行性分析</vt:lpstr>
      <vt:lpstr>法律可行性分析</vt:lpstr>
      <vt:lpstr>方案的选择和折衷</vt:lpstr>
      <vt:lpstr>可行性分析的结论</vt:lpstr>
      <vt:lpstr>本章内容回顾</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qianleqiu</dc:creator>
  <cp:lastModifiedBy>Hrw</cp:lastModifiedBy>
  <cp:revision>1386</cp:revision>
  <dcterms:created xsi:type="dcterms:W3CDTF">2022-09-09T00:48:00Z</dcterms:created>
  <dcterms:modified xsi:type="dcterms:W3CDTF">2023-11-01T12:35:07Z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17032E081E53429EA69D03918FBF4792</vt:lpwstr>
  </property>
  <property fmtid="{D5CDD505-2E9C-101B-9397-08002B2CF9AE}" pid="4" name="KSOProductBuildVer">
    <vt:lpwstr>2052-12.1.0.15712</vt:lpwstr>
  </property>
</Properties>
</file>